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75" r:id="rId2"/>
    <p:sldId id="280" r:id="rId3"/>
    <p:sldId id="343" r:id="rId4"/>
    <p:sldId id="346" r:id="rId5"/>
    <p:sldId id="347" r:id="rId6"/>
    <p:sldId id="348" r:id="rId7"/>
    <p:sldId id="349" r:id="rId8"/>
    <p:sldId id="350" r:id="rId9"/>
    <p:sldId id="351" r:id="rId10"/>
    <p:sldId id="339" r:id="rId11"/>
    <p:sldId id="344" r:id="rId12"/>
    <p:sldId id="345" r:id="rId13"/>
    <p:sldId id="285" r:id="rId14"/>
  </p:sldIdLst>
  <p:sldSz cx="12192000" cy="6858000"/>
  <p:notesSz cx="6858000" cy="9144000"/>
  <p:embeddedFontLst>
    <p:embeddedFont>
      <p:font typeface="Arial Narrow" panose="020B0604020202020204" pitchFamily="34" charset="0"/>
      <p:regular r:id="rId16"/>
      <p:bold r:id="rId17"/>
      <p:italic r:id="rId18"/>
      <p:boldItalic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hMlwWA3SorN2GWDGFptXYDDfGv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85442"/>
  </p:normalViewPr>
  <p:slideViewPr>
    <p:cSldViewPr snapToGrid="0">
      <p:cViewPr varScale="1">
        <p:scale>
          <a:sx n="108" d="100"/>
          <a:sy n="108" d="100"/>
        </p:scale>
        <p:origin x="1240"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56"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E93C5A-0E40-064D-8824-F68D77645FA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GB"/>
        </a:p>
      </dgm:t>
    </dgm:pt>
    <dgm:pt modelId="{22216736-355A-704E-86A9-9F69E3066573}">
      <dgm:prSet/>
      <dgm:spPr/>
      <dgm:t>
        <a:bodyPr/>
        <a:lstStyle/>
        <a:p>
          <a:r>
            <a:rPr lang="en-AU" dirty="0"/>
            <a:t>Try to modify the encodings and check the corresponding results. For example, use the colour channel to encode the magnitude (“mag” attribute) of the earthquake and use the size channel to encode the duration (“</a:t>
          </a:r>
          <a:r>
            <a:rPr lang="en-AU" dirty="0" err="1"/>
            <a:t>dmin</a:t>
          </a:r>
          <a:r>
            <a:rPr lang="en-AU" dirty="0"/>
            <a:t>” attribute) of the earthquake.</a:t>
          </a:r>
        </a:p>
      </dgm:t>
    </dgm:pt>
    <dgm:pt modelId="{49A023C3-7057-E649-8A30-BF88B0375F51}" type="parTrans" cxnId="{06D95651-1918-564C-8F45-73A5373B21FB}">
      <dgm:prSet/>
      <dgm:spPr/>
      <dgm:t>
        <a:bodyPr/>
        <a:lstStyle/>
        <a:p>
          <a:endParaRPr lang="en-GB"/>
        </a:p>
      </dgm:t>
    </dgm:pt>
    <dgm:pt modelId="{F1E53E3F-C6A5-3444-83C5-F9A7BD1DF584}" type="sibTrans" cxnId="{06D95651-1918-564C-8F45-73A5373B21FB}">
      <dgm:prSet/>
      <dgm:spPr/>
      <dgm:t>
        <a:bodyPr/>
        <a:lstStyle/>
        <a:p>
          <a:endParaRPr lang="en-GB"/>
        </a:p>
      </dgm:t>
    </dgm:pt>
    <dgm:pt modelId="{E3CBCDFA-808B-2447-8620-4733F6279CA0}">
      <dgm:prSet/>
      <dgm:spPr/>
      <dgm:t>
        <a:bodyPr/>
        <a:lstStyle/>
        <a:p>
          <a:br>
            <a:rPr lang="en-AU" dirty="0"/>
          </a:br>
          <a:r>
            <a:rPr lang="en-AU" dirty="0"/>
            <a:t>Also try to add a new encoding: “shape”, and use it for the location source (</a:t>
          </a:r>
          <a:r>
            <a:rPr lang="en-AU" dirty="0" err="1"/>
            <a:t>locationSource</a:t>
          </a:r>
          <a:r>
            <a:rPr lang="en-AU" dirty="0"/>
            <a:t> attribute). See if there is any warning for this encoding. </a:t>
          </a:r>
        </a:p>
      </dgm:t>
    </dgm:pt>
    <dgm:pt modelId="{E6910699-89EC-FF48-9E8A-1D33A337BE26}" type="parTrans" cxnId="{4C956997-3358-D041-A4CE-729C17FC3E0D}">
      <dgm:prSet/>
      <dgm:spPr/>
      <dgm:t>
        <a:bodyPr/>
        <a:lstStyle/>
        <a:p>
          <a:endParaRPr lang="en-GB"/>
        </a:p>
      </dgm:t>
    </dgm:pt>
    <dgm:pt modelId="{F0D9D516-4441-B440-A9F9-E9F21ECD9407}" type="sibTrans" cxnId="{4C956997-3358-D041-A4CE-729C17FC3E0D}">
      <dgm:prSet/>
      <dgm:spPr/>
      <dgm:t>
        <a:bodyPr/>
        <a:lstStyle/>
        <a:p>
          <a:endParaRPr lang="en-GB"/>
        </a:p>
      </dgm:t>
    </dgm:pt>
    <dgm:pt modelId="{C6309E3A-DAC5-C249-B150-3AA40C5DC7C2}">
      <dgm:prSet/>
      <dgm:spPr/>
      <dgm:t>
        <a:bodyPr/>
        <a:lstStyle/>
        <a:p>
          <a:r>
            <a:rPr lang="en-AU" dirty="0"/>
            <a:t>Do you understand why? Can you fix it? </a:t>
          </a:r>
        </a:p>
      </dgm:t>
    </dgm:pt>
    <dgm:pt modelId="{CAD6EF5F-D99F-434E-8444-B01AC745820D}" type="parTrans" cxnId="{0775000C-4CAA-D849-AF0C-148E07F72C5F}">
      <dgm:prSet/>
      <dgm:spPr/>
      <dgm:t>
        <a:bodyPr/>
        <a:lstStyle/>
        <a:p>
          <a:endParaRPr lang="en-GB"/>
        </a:p>
      </dgm:t>
    </dgm:pt>
    <dgm:pt modelId="{EFE6EF34-470C-4B4C-9E2E-D11A02DAEC69}" type="sibTrans" cxnId="{0775000C-4CAA-D849-AF0C-148E07F72C5F}">
      <dgm:prSet/>
      <dgm:spPr/>
      <dgm:t>
        <a:bodyPr/>
        <a:lstStyle/>
        <a:p>
          <a:endParaRPr lang="en-GB"/>
        </a:p>
      </dgm:t>
    </dgm:pt>
    <dgm:pt modelId="{86E78F19-5D54-2A4A-917B-448841BFB681}" type="pres">
      <dgm:prSet presAssocID="{B2E93C5A-0E40-064D-8824-F68D77645FAD}" presName="vert0" presStyleCnt="0">
        <dgm:presLayoutVars>
          <dgm:dir/>
          <dgm:animOne val="branch"/>
          <dgm:animLvl val="lvl"/>
        </dgm:presLayoutVars>
      </dgm:prSet>
      <dgm:spPr/>
    </dgm:pt>
    <dgm:pt modelId="{0EC54B3C-4708-FA44-87A1-9287073B0B72}" type="pres">
      <dgm:prSet presAssocID="{22216736-355A-704E-86A9-9F69E3066573}" presName="thickLine" presStyleLbl="alignNode1" presStyleIdx="0" presStyleCnt="3"/>
      <dgm:spPr/>
    </dgm:pt>
    <dgm:pt modelId="{4FBA9FB3-7779-5E45-810A-E35F5B7A9D05}" type="pres">
      <dgm:prSet presAssocID="{22216736-355A-704E-86A9-9F69E3066573}" presName="horz1" presStyleCnt="0"/>
      <dgm:spPr/>
    </dgm:pt>
    <dgm:pt modelId="{06962A21-597E-6944-B12B-7DEDF562459F}" type="pres">
      <dgm:prSet presAssocID="{22216736-355A-704E-86A9-9F69E3066573}" presName="tx1" presStyleLbl="revTx" presStyleIdx="0" presStyleCnt="3"/>
      <dgm:spPr/>
    </dgm:pt>
    <dgm:pt modelId="{EA43480F-5CAA-B14B-A304-F52DB9BC6670}" type="pres">
      <dgm:prSet presAssocID="{22216736-355A-704E-86A9-9F69E3066573}" presName="vert1" presStyleCnt="0"/>
      <dgm:spPr/>
    </dgm:pt>
    <dgm:pt modelId="{0DC6A447-331A-E040-AA95-EA98CC4E6B7B}" type="pres">
      <dgm:prSet presAssocID="{E3CBCDFA-808B-2447-8620-4733F6279CA0}" presName="thickLine" presStyleLbl="alignNode1" presStyleIdx="1" presStyleCnt="3"/>
      <dgm:spPr/>
    </dgm:pt>
    <dgm:pt modelId="{D14BC0FF-0041-D846-8F37-33F50EE49D25}" type="pres">
      <dgm:prSet presAssocID="{E3CBCDFA-808B-2447-8620-4733F6279CA0}" presName="horz1" presStyleCnt="0"/>
      <dgm:spPr/>
    </dgm:pt>
    <dgm:pt modelId="{A0CEFADA-B8CB-B94C-BD80-7C68DA7EBAAC}" type="pres">
      <dgm:prSet presAssocID="{E3CBCDFA-808B-2447-8620-4733F6279CA0}" presName="tx1" presStyleLbl="revTx" presStyleIdx="1" presStyleCnt="3"/>
      <dgm:spPr/>
    </dgm:pt>
    <dgm:pt modelId="{E6F196A0-F905-2B40-9495-090E7E46EAA3}" type="pres">
      <dgm:prSet presAssocID="{E3CBCDFA-808B-2447-8620-4733F6279CA0}" presName="vert1" presStyleCnt="0"/>
      <dgm:spPr/>
    </dgm:pt>
    <dgm:pt modelId="{D588F9CD-92FE-1346-9095-861638A1227C}" type="pres">
      <dgm:prSet presAssocID="{C6309E3A-DAC5-C249-B150-3AA40C5DC7C2}" presName="thickLine" presStyleLbl="alignNode1" presStyleIdx="2" presStyleCnt="3"/>
      <dgm:spPr/>
    </dgm:pt>
    <dgm:pt modelId="{F70C5233-7459-A34F-82D0-2EE6BEDE478D}" type="pres">
      <dgm:prSet presAssocID="{C6309E3A-DAC5-C249-B150-3AA40C5DC7C2}" presName="horz1" presStyleCnt="0"/>
      <dgm:spPr/>
    </dgm:pt>
    <dgm:pt modelId="{3FE875E6-FA97-8D44-9AC1-426FD119BBD4}" type="pres">
      <dgm:prSet presAssocID="{C6309E3A-DAC5-C249-B150-3AA40C5DC7C2}" presName="tx1" presStyleLbl="revTx" presStyleIdx="2" presStyleCnt="3"/>
      <dgm:spPr/>
    </dgm:pt>
    <dgm:pt modelId="{1611F89D-A061-AD42-A735-EC1B30AB7E81}" type="pres">
      <dgm:prSet presAssocID="{C6309E3A-DAC5-C249-B150-3AA40C5DC7C2}" presName="vert1" presStyleCnt="0"/>
      <dgm:spPr/>
    </dgm:pt>
  </dgm:ptLst>
  <dgm:cxnLst>
    <dgm:cxn modelId="{CC08090B-BE0C-094B-9873-08C391E2DF4F}" type="presOf" srcId="{B2E93C5A-0E40-064D-8824-F68D77645FAD}" destId="{86E78F19-5D54-2A4A-917B-448841BFB681}" srcOrd="0" destOrd="0" presId="urn:microsoft.com/office/officeart/2008/layout/LinedList"/>
    <dgm:cxn modelId="{0775000C-4CAA-D849-AF0C-148E07F72C5F}" srcId="{B2E93C5A-0E40-064D-8824-F68D77645FAD}" destId="{C6309E3A-DAC5-C249-B150-3AA40C5DC7C2}" srcOrd="2" destOrd="0" parTransId="{CAD6EF5F-D99F-434E-8444-B01AC745820D}" sibTransId="{EFE6EF34-470C-4B4C-9E2E-D11A02DAEC69}"/>
    <dgm:cxn modelId="{9FCF4B1E-9222-414D-AAAD-402CA2748FF5}" type="presOf" srcId="{E3CBCDFA-808B-2447-8620-4733F6279CA0}" destId="{A0CEFADA-B8CB-B94C-BD80-7C68DA7EBAAC}" srcOrd="0" destOrd="0" presId="urn:microsoft.com/office/officeart/2008/layout/LinedList"/>
    <dgm:cxn modelId="{06D95651-1918-564C-8F45-73A5373B21FB}" srcId="{B2E93C5A-0E40-064D-8824-F68D77645FAD}" destId="{22216736-355A-704E-86A9-9F69E3066573}" srcOrd="0" destOrd="0" parTransId="{49A023C3-7057-E649-8A30-BF88B0375F51}" sibTransId="{F1E53E3F-C6A5-3444-83C5-F9A7BD1DF584}"/>
    <dgm:cxn modelId="{4C956997-3358-D041-A4CE-729C17FC3E0D}" srcId="{B2E93C5A-0E40-064D-8824-F68D77645FAD}" destId="{E3CBCDFA-808B-2447-8620-4733F6279CA0}" srcOrd="1" destOrd="0" parTransId="{E6910699-89EC-FF48-9E8A-1D33A337BE26}" sibTransId="{F0D9D516-4441-B440-A9F9-E9F21ECD9407}"/>
    <dgm:cxn modelId="{9E383EA8-FBAF-8348-89D1-F692C1ED6017}" type="presOf" srcId="{C6309E3A-DAC5-C249-B150-3AA40C5DC7C2}" destId="{3FE875E6-FA97-8D44-9AC1-426FD119BBD4}" srcOrd="0" destOrd="0" presId="urn:microsoft.com/office/officeart/2008/layout/LinedList"/>
    <dgm:cxn modelId="{AAC32CC9-2893-B94F-A8DD-406CFEDEA104}" type="presOf" srcId="{22216736-355A-704E-86A9-9F69E3066573}" destId="{06962A21-597E-6944-B12B-7DEDF562459F}" srcOrd="0" destOrd="0" presId="urn:microsoft.com/office/officeart/2008/layout/LinedList"/>
    <dgm:cxn modelId="{33253A06-9ED5-0745-88BF-E0848384E773}" type="presParOf" srcId="{86E78F19-5D54-2A4A-917B-448841BFB681}" destId="{0EC54B3C-4708-FA44-87A1-9287073B0B72}" srcOrd="0" destOrd="0" presId="urn:microsoft.com/office/officeart/2008/layout/LinedList"/>
    <dgm:cxn modelId="{440D2671-E9F2-F542-9F0E-EFA112D10CFE}" type="presParOf" srcId="{86E78F19-5D54-2A4A-917B-448841BFB681}" destId="{4FBA9FB3-7779-5E45-810A-E35F5B7A9D05}" srcOrd="1" destOrd="0" presId="urn:microsoft.com/office/officeart/2008/layout/LinedList"/>
    <dgm:cxn modelId="{E44D90BD-00BE-D745-A10D-EA6EC92F5CE7}" type="presParOf" srcId="{4FBA9FB3-7779-5E45-810A-E35F5B7A9D05}" destId="{06962A21-597E-6944-B12B-7DEDF562459F}" srcOrd="0" destOrd="0" presId="urn:microsoft.com/office/officeart/2008/layout/LinedList"/>
    <dgm:cxn modelId="{82012716-CC73-6044-A8AB-99D10E4A18E1}" type="presParOf" srcId="{4FBA9FB3-7779-5E45-810A-E35F5B7A9D05}" destId="{EA43480F-5CAA-B14B-A304-F52DB9BC6670}" srcOrd="1" destOrd="0" presId="urn:microsoft.com/office/officeart/2008/layout/LinedList"/>
    <dgm:cxn modelId="{B0140582-3588-CE4B-B6E1-0BEBF21DE846}" type="presParOf" srcId="{86E78F19-5D54-2A4A-917B-448841BFB681}" destId="{0DC6A447-331A-E040-AA95-EA98CC4E6B7B}" srcOrd="2" destOrd="0" presId="urn:microsoft.com/office/officeart/2008/layout/LinedList"/>
    <dgm:cxn modelId="{010778BF-E956-474F-A33C-B46D8534C8B1}" type="presParOf" srcId="{86E78F19-5D54-2A4A-917B-448841BFB681}" destId="{D14BC0FF-0041-D846-8F37-33F50EE49D25}" srcOrd="3" destOrd="0" presId="urn:microsoft.com/office/officeart/2008/layout/LinedList"/>
    <dgm:cxn modelId="{FA462075-0DFD-5C49-AD3F-8238614D8547}" type="presParOf" srcId="{D14BC0FF-0041-D846-8F37-33F50EE49D25}" destId="{A0CEFADA-B8CB-B94C-BD80-7C68DA7EBAAC}" srcOrd="0" destOrd="0" presId="urn:microsoft.com/office/officeart/2008/layout/LinedList"/>
    <dgm:cxn modelId="{95F88143-EDD1-4041-9713-F143CBAB6B0C}" type="presParOf" srcId="{D14BC0FF-0041-D846-8F37-33F50EE49D25}" destId="{E6F196A0-F905-2B40-9495-090E7E46EAA3}" srcOrd="1" destOrd="0" presId="urn:microsoft.com/office/officeart/2008/layout/LinedList"/>
    <dgm:cxn modelId="{EA6A5ACB-4515-5040-B230-96F8BA981335}" type="presParOf" srcId="{86E78F19-5D54-2A4A-917B-448841BFB681}" destId="{D588F9CD-92FE-1346-9095-861638A1227C}" srcOrd="4" destOrd="0" presId="urn:microsoft.com/office/officeart/2008/layout/LinedList"/>
    <dgm:cxn modelId="{1EAECD57-A990-4242-94DC-7962E42B030A}" type="presParOf" srcId="{86E78F19-5D54-2A4A-917B-448841BFB681}" destId="{F70C5233-7459-A34F-82D0-2EE6BEDE478D}" srcOrd="5" destOrd="0" presId="urn:microsoft.com/office/officeart/2008/layout/LinedList"/>
    <dgm:cxn modelId="{99E8C58B-3EE8-4945-B355-3B36C4B9D80D}" type="presParOf" srcId="{F70C5233-7459-A34F-82D0-2EE6BEDE478D}" destId="{3FE875E6-FA97-8D44-9AC1-426FD119BBD4}" srcOrd="0" destOrd="0" presId="urn:microsoft.com/office/officeart/2008/layout/LinedList"/>
    <dgm:cxn modelId="{E355A56B-5A69-1B48-B661-C3C2F8FC721E}" type="presParOf" srcId="{F70C5233-7459-A34F-82D0-2EE6BEDE478D}" destId="{1611F89D-A061-AD42-A735-EC1B30AB7E8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E93C5A-0E40-064D-8824-F68D77645FA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GB"/>
        </a:p>
      </dgm:t>
    </dgm:pt>
    <dgm:pt modelId="{1D456B2C-FE8F-9049-BB50-0672FCF3E779}">
      <dgm:prSet/>
      <dgm:spPr/>
      <dgm:t>
        <a:bodyPr/>
        <a:lstStyle/>
        <a:p>
          <a:r>
            <a:rPr lang="en-AU"/>
            <a:t>Did you notice that there are some countries (e.g., Congo) shown as blank on the map? Discuss with the tutor and your peers: </a:t>
          </a:r>
        </a:p>
      </dgm:t>
    </dgm:pt>
    <dgm:pt modelId="{6EAA6B15-CA20-EB4A-84F6-0E5B50C99F23}" type="parTrans" cxnId="{90445E7B-1CC9-C747-AE26-A5FC19FD69E6}">
      <dgm:prSet/>
      <dgm:spPr/>
      <dgm:t>
        <a:bodyPr/>
        <a:lstStyle/>
        <a:p>
          <a:endParaRPr lang="en-GB"/>
        </a:p>
      </dgm:t>
    </dgm:pt>
    <dgm:pt modelId="{9B5EDE73-7CD5-9A44-889E-B63FE6F54AB2}" type="sibTrans" cxnId="{90445E7B-1CC9-C747-AE26-A5FC19FD69E6}">
      <dgm:prSet/>
      <dgm:spPr/>
      <dgm:t>
        <a:bodyPr/>
        <a:lstStyle/>
        <a:p>
          <a:endParaRPr lang="en-GB"/>
        </a:p>
      </dgm:t>
    </dgm:pt>
    <dgm:pt modelId="{9577B064-6FC0-034E-BCD3-B96B0E9F6A15}">
      <dgm:prSet/>
      <dgm:spPr/>
      <dgm:t>
        <a:bodyPr/>
        <a:lstStyle/>
        <a:p>
          <a:pPr>
            <a:buFont typeface="Arial" panose="020B0604020202020204" pitchFamily="34" charset="0"/>
            <a:buChar char="•"/>
          </a:pPr>
          <a:r>
            <a:rPr lang="en-AU" dirty="0"/>
            <a:t>●  What could be the cause of this? </a:t>
          </a:r>
        </a:p>
      </dgm:t>
    </dgm:pt>
    <dgm:pt modelId="{A1F7F5A5-96E3-7141-978F-1A87CAD0D896}" type="parTrans" cxnId="{8EF7CFA4-775A-AD4B-AA58-E953E07B6F99}">
      <dgm:prSet/>
      <dgm:spPr/>
      <dgm:t>
        <a:bodyPr/>
        <a:lstStyle/>
        <a:p>
          <a:endParaRPr lang="en-GB"/>
        </a:p>
      </dgm:t>
    </dgm:pt>
    <dgm:pt modelId="{AF921DE2-E7F2-CB4F-BFF8-795B389A97CA}" type="sibTrans" cxnId="{8EF7CFA4-775A-AD4B-AA58-E953E07B6F99}">
      <dgm:prSet/>
      <dgm:spPr/>
      <dgm:t>
        <a:bodyPr/>
        <a:lstStyle/>
        <a:p>
          <a:endParaRPr lang="en-GB"/>
        </a:p>
      </dgm:t>
    </dgm:pt>
    <dgm:pt modelId="{986B1320-D9E2-FB4C-957F-82F69C22352B}">
      <dgm:prSet/>
      <dgm:spPr/>
      <dgm:t>
        <a:bodyPr/>
        <a:lstStyle/>
        <a:p>
          <a:pPr>
            <a:buFont typeface="Arial" panose="020B0604020202020204" pitchFamily="34" charset="0"/>
            <a:buChar char="•"/>
          </a:pPr>
          <a:r>
            <a:rPr lang="en-AU" dirty="0"/>
            <a:t>●  What is the best way to handle this? </a:t>
          </a:r>
        </a:p>
      </dgm:t>
    </dgm:pt>
    <dgm:pt modelId="{17B9D15F-87DA-9A49-8E57-6E129B4C1AE1}" type="parTrans" cxnId="{4F1086DE-FBCB-3D42-BE66-519FAF716A41}">
      <dgm:prSet/>
      <dgm:spPr/>
      <dgm:t>
        <a:bodyPr/>
        <a:lstStyle/>
        <a:p>
          <a:endParaRPr lang="en-GB"/>
        </a:p>
      </dgm:t>
    </dgm:pt>
    <dgm:pt modelId="{340763A2-7CED-B54F-BD73-2ABE31C00AD1}" type="sibTrans" cxnId="{4F1086DE-FBCB-3D42-BE66-519FAF716A41}">
      <dgm:prSet/>
      <dgm:spPr/>
      <dgm:t>
        <a:bodyPr/>
        <a:lstStyle/>
        <a:p>
          <a:endParaRPr lang="en-GB"/>
        </a:p>
      </dgm:t>
    </dgm:pt>
    <dgm:pt modelId="{BB1C502F-2253-CE4A-B27D-2EEE548E798F}">
      <dgm:prSet/>
      <dgm:spPr/>
      <dgm:t>
        <a:bodyPr/>
        <a:lstStyle/>
        <a:p>
          <a:pPr>
            <a:buFont typeface="Arial" panose="020B0604020202020204" pitchFamily="34" charset="0"/>
            <a:buChar char="•"/>
          </a:pPr>
          <a:r>
            <a:rPr lang="en-AU" dirty="0"/>
            <a:t>●  Can you include more information in tooltip and stylish it.</a:t>
          </a:r>
        </a:p>
      </dgm:t>
    </dgm:pt>
    <dgm:pt modelId="{EBC8D8BF-AF10-854D-A93B-A6CAAFE87892}" type="parTrans" cxnId="{31C433AE-DCC9-864B-B097-87239C6EE918}">
      <dgm:prSet/>
      <dgm:spPr/>
      <dgm:t>
        <a:bodyPr/>
        <a:lstStyle/>
        <a:p>
          <a:endParaRPr lang="en-GB"/>
        </a:p>
      </dgm:t>
    </dgm:pt>
    <dgm:pt modelId="{04F5761B-6090-E848-9D0A-2E2717EF3BB2}" type="sibTrans" cxnId="{31C433AE-DCC9-864B-B097-87239C6EE918}">
      <dgm:prSet/>
      <dgm:spPr/>
      <dgm:t>
        <a:bodyPr/>
        <a:lstStyle/>
        <a:p>
          <a:endParaRPr lang="en-GB"/>
        </a:p>
      </dgm:t>
    </dgm:pt>
    <dgm:pt modelId="{86E78F19-5D54-2A4A-917B-448841BFB681}" type="pres">
      <dgm:prSet presAssocID="{B2E93C5A-0E40-064D-8824-F68D77645FAD}" presName="vert0" presStyleCnt="0">
        <dgm:presLayoutVars>
          <dgm:dir/>
          <dgm:animOne val="branch"/>
          <dgm:animLvl val="lvl"/>
        </dgm:presLayoutVars>
      </dgm:prSet>
      <dgm:spPr/>
    </dgm:pt>
    <dgm:pt modelId="{334FB0DB-E1BE-8F48-96A5-3F1019D38166}" type="pres">
      <dgm:prSet presAssocID="{1D456B2C-FE8F-9049-BB50-0672FCF3E779}" presName="thickLine" presStyleLbl="alignNode1" presStyleIdx="0" presStyleCnt="4"/>
      <dgm:spPr/>
    </dgm:pt>
    <dgm:pt modelId="{9CACFDF2-8F6E-7640-9D4D-6E8DFD99DDA3}" type="pres">
      <dgm:prSet presAssocID="{1D456B2C-FE8F-9049-BB50-0672FCF3E779}" presName="horz1" presStyleCnt="0"/>
      <dgm:spPr/>
    </dgm:pt>
    <dgm:pt modelId="{2013A257-BF7D-6142-9A2E-39F94A03DC77}" type="pres">
      <dgm:prSet presAssocID="{1D456B2C-FE8F-9049-BB50-0672FCF3E779}" presName="tx1" presStyleLbl="revTx" presStyleIdx="0" presStyleCnt="4"/>
      <dgm:spPr/>
    </dgm:pt>
    <dgm:pt modelId="{9411814B-3643-BC44-955E-27056466ACE6}" type="pres">
      <dgm:prSet presAssocID="{1D456B2C-FE8F-9049-BB50-0672FCF3E779}" presName="vert1" presStyleCnt="0"/>
      <dgm:spPr/>
    </dgm:pt>
    <dgm:pt modelId="{F716CAE6-4DA5-234E-8A89-0AEEA9954B24}" type="pres">
      <dgm:prSet presAssocID="{9577B064-6FC0-034E-BCD3-B96B0E9F6A15}" presName="thickLine" presStyleLbl="alignNode1" presStyleIdx="1" presStyleCnt="4"/>
      <dgm:spPr/>
    </dgm:pt>
    <dgm:pt modelId="{71638CEB-B781-C246-8525-AE9A05013387}" type="pres">
      <dgm:prSet presAssocID="{9577B064-6FC0-034E-BCD3-B96B0E9F6A15}" presName="horz1" presStyleCnt="0"/>
      <dgm:spPr/>
    </dgm:pt>
    <dgm:pt modelId="{E70254E3-770D-7242-BEF3-7FAF72A5399D}" type="pres">
      <dgm:prSet presAssocID="{9577B064-6FC0-034E-BCD3-B96B0E9F6A15}" presName="tx1" presStyleLbl="revTx" presStyleIdx="1" presStyleCnt="4"/>
      <dgm:spPr/>
    </dgm:pt>
    <dgm:pt modelId="{C23F5C0B-CEE4-9C43-BC79-A44203707C63}" type="pres">
      <dgm:prSet presAssocID="{9577B064-6FC0-034E-BCD3-B96B0E9F6A15}" presName="vert1" presStyleCnt="0"/>
      <dgm:spPr/>
    </dgm:pt>
    <dgm:pt modelId="{8154D3B2-FD4E-1E48-AB63-2FEC2C36B46D}" type="pres">
      <dgm:prSet presAssocID="{986B1320-D9E2-FB4C-957F-82F69C22352B}" presName="thickLine" presStyleLbl="alignNode1" presStyleIdx="2" presStyleCnt="4"/>
      <dgm:spPr/>
    </dgm:pt>
    <dgm:pt modelId="{E389C96E-E395-7B45-B594-037CCA3E6680}" type="pres">
      <dgm:prSet presAssocID="{986B1320-D9E2-FB4C-957F-82F69C22352B}" presName="horz1" presStyleCnt="0"/>
      <dgm:spPr/>
    </dgm:pt>
    <dgm:pt modelId="{A93A581E-68D4-7145-974A-A20D71C7CED3}" type="pres">
      <dgm:prSet presAssocID="{986B1320-D9E2-FB4C-957F-82F69C22352B}" presName="tx1" presStyleLbl="revTx" presStyleIdx="2" presStyleCnt="4"/>
      <dgm:spPr/>
    </dgm:pt>
    <dgm:pt modelId="{B3385355-A65D-E448-8429-41660841E769}" type="pres">
      <dgm:prSet presAssocID="{986B1320-D9E2-FB4C-957F-82F69C22352B}" presName="vert1" presStyleCnt="0"/>
      <dgm:spPr/>
    </dgm:pt>
    <dgm:pt modelId="{10E1346F-CFED-0B47-A277-334CB2DBD58E}" type="pres">
      <dgm:prSet presAssocID="{BB1C502F-2253-CE4A-B27D-2EEE548E798F}" presName="thickLine" presStyleLbl="alignNode1" presStyleIdx="3" presStyleCnt="4"/>
      <dgm:spPr/>
    </dgm:pt>
    <dgm:pt modelId="{5617B170-1731-7443-9623-070F0F7C9CA6}" type="pres">
      <dgm:prSet presAssocID="{BB1C502F-2253-CE4A-B27D-2EEE548E798F}" presName="horz1" presStyleCnt="0"/>
      <dgm:spPr/>
    </dgm:pt>
    <dgm:pt modelId="{24CF0051-FD25-1B4C-8CEF-04EA67CB501D}" type="pres">
      <dgm:prSet presAssocID="{BB1C502F-2253-CE4A-B27D-2EEE548E798F}" presName="tx1" presStyleLbl="revTx" presStyleIdx="3" presStyleCnt="4"/>
      <dgm:spPr/>
    </dgm:pt>
    <dgm:pt modelId="{E985207B-4DA1-1B46-9A17-A47574EF6A8C}" type="pres">
      <dgm:prSet presAssocID="{BB1C502F-2253-CE4A-B27D-2EEE548E798F}" presName="vert1" presStyleCnt="0"/>
      <dgm:spPr/>
    </dgm:pt>
  </dgm:ptLst>
  <dgm:cxnLst>
    <dgm:cxn modelId="{CC08090B-BE0C-094B-9873-08C391E2DF4F}" type="presOf" srcId="{B2E93C5A-0E40-064D-8824-F68D77645FAD}" destId="{86E78F19-5D54-2A4A-917B-448841BFB681}" srcOrd="0" destOrd="0" presId="urn:microsoft.com/office/officeart/2008/layout/LinedList"/>
    <dgm:cxn modelId="{F152B959-12B3-6C4E-BA2B-61AFF332E944}" type="presOf" srcId="{986B1320-D9E2-FB4C-957F-82F69C22352B}" destId="{A93A581E-68D4-7145-974A-A20D71C7CED3}" srcOrd="0" destOrd="0" presId="urn:microsoft.com/office/officeart/2008/layout/LinedList"/>
    <dgm:cxn modelId="{90445E7B-1CC9-C747-AE26-A5FC19FD69E6}" srcId="{B2E93C5A-0E40-064D-8824-F68D77645FAD}" destId="{1D456B2C-FE8F-9049-BB50-0672FCF3E779}" srcOrd="0" destOrd="0" parTransId="{6EAA6B15-CA20-EB4A-84F6-0E5B50C99F23}" sibTransId="{9B5EDE73-7CD5-9A44-889E-B63FE6F54AB2}"/>
    <dgm:cxn modelId="{1D127287-7EAB-254F-A3AE-C425727821E6}" type="presOf" srcId="{BB1C502F-2253-CE4A-B27D-2EEE548E798F}" destId="{24CF0051-FD25-1B4C-8CEF-04EA67CB501D}" srcOrd="0" destOrd="0" presId="urn:microsoft.com/office/officeart/2008/layout/LinedList"/>
    <dgm:cxn modelId="{2B37ACA4-A50A-4149-85C0-951001D023CF}" type="presOf" srcId="{9577B064-6FC0-034E-BCD3-B96B0E9F6A15}" destId="{E70254E3-770D-7242-BEF3-7FAF72A5399D}" srcOrd="0" destOrd="0" presId="urn:microsoft.com/office/officeart/2008/layout/LinedList"/>
    <dgm:cxn modelId="{8EF7CFA4-775A-AD4B-AA58-E953E07B6F99}" srcId="{B2E93C5A-0E40-064D-8824-F68D77645FAD}" destId="{9577B064-6FC0-034E-BCD3-B96B0E9F6A15}" srcOrd="1" destOrd="0" parTransId="{A1F7F5A5-96E3-7141-978F-1A87CAD0D896}" sibTransId="{AF921DE2-E7F2-CB4F-BFF8-795B389A97CA}"/>
    <dgm:cxn modelId="{31C433AE-DCC9-864B-B097-87239C6EE918}" srcId="{B2E93C5A-0E40-064D-8824-F68D77645FAD}" destId="{BB1C502F-2253-CE4A-B27D-2EEE548E798F}" srcOrd="3" destOrd="0" parTransId="{EBC8D8BF-AF10-854D-A93B-A6CAAFE87892}" sibTransId="{04F5761B-6090-E848-9D0A-2E2717EF3BB2}"/>
    <dgm:cxn modelId="{4F1086DE-FBCB-3D42-BE66-519FAF716A41}" srcId="{B2E93C5A-0E40-064D-8824-F68D77645FAD}" destId="{986B1320-D9E2-FB4C-957F-82F69C22352B}" srcOrd="2" destOrd="0" parTransId="{17B9D15F-87DA-9A49-8E57-6E129B4C1AE1}" sibTransId="{340763A2-7CED-B54F-BD73-2ABE31C00AD1}"/>
    <dgm:cxn modelId="{5EC4EAEF-C785-494E-9CD2-51A173FD205B}" type="presOf" srcId="{1D456B2C-FE8F-9049-BB50-0672FCF3E779}" destId="{2013A257-BF7D-6142-9A2E-39F94A03DC77}" srcOrd="0" destOrd="0" presId="urn:microsoft.com/office/officeart/2008/layout/LinedList"/>
    <dgm:cxn modelId="{1524B832-EB3A-F248-8B58-3C62C02A1249}" type="presParOf" srcId="{86E78F19-5D54-2A4A-917B-448841BFB681}" destId="{334FB0DB-E1BE-8F48-96A5-3F1019D38166}" srcOrd="0" destOrd="0" presId="urn:microsoft.com/office/officeart/2008/layout/LinedList"/>
    <dgm:cxn modelId="{2F41D1EF-283D-174C-A9F1-332CB4D6901C}" type="presParOf" srcId="{86E78F19-5D54-2A4A-917B-448841BFB681}" destId="{9CACFDF2-8F6E-7640-9D4D-6E8DFD99DDA3}" srcOrd="1" destOrd="0" presId="urn:microsoft.com/office/officeart/2008/layout/LinedList"/>
    <dgm:cxn modelId="{3D485486-6CCD-F847-AF1E-10944CE4D4F0}" type="presParOf" srcId="{9CACFDF2-8F6E-7640-9D4D-6E8DFD99DDA3}" destId="{2013A257-BF7D-6142-9A2E-39F94A03DC77}" srcOrd="0" destOrd="0" presId="urn:microsoft.com/office/officeart/2008/layout/LinedList"/>
    <dgm:cxn modelId="{4B211E0A-ED23-4245-9D8C-872D23A3EE00}" type="presParOf" srcId="{9CACFDF2-8F6E-7640-9D4D-6E8DFD99DDA3}" destId="{9411814B-3643-BC44-955E-27056466ACE6}" srcOrd="1" destOrd="0" presId="urn:microsoft.com/office/officeart/2008/layout/LinedList"/>
    <dgm:cxn modelId="{5198D110-E19F-5849-8B4E-5D4F4E45FEDA}" type="presParOf" srcId="{86E78F19-5D54-2A4A-917B-448841BFB681}" destId="{F716CAE6-4DA5-234E-8A89-0AEEA9954B24}" srcOrd="2" destOrd="0" presId="urn:microsoft.com/office/officeart/2008/layout/LinedList"/>
    <dgm:cxn modelId="{58A2A53B-2B39-7045-A2D6-C284403E8A49}" type="presParOf" srcId="{86E78F19-5D54-2A4A-917B-448841BFB681}" destId="{71638CEB-B781-C246-8525-AE9A05013387}" srcOrd="3" destOrd="0" presId="urn:microsoft.com/office/officeart/2008/layout/LinedList"/>
    <dgm:cxn modelId="{6ED52B13-040C-924E-895E-7A0B1570BFF9}" type="presParOf" srcId="{71638CEB-B781-C246-8525-AE9A05013387}" destId="{E70254E3-770D-7242-BEF3-7FAF72A5399D}" srcOrd="0" destOrd="0" presId="urn:microsoft.com/office/officeart/2008/layout/LinedList"/>
    <dgm:cxn modelId="{24A260C4-BF5D-0F4D-840B-2A6C8493CC23}" type="presParOf" srcId="{71638CEB-B781-C246-8525-AE9A05013387}" destId="{C23F5C0B-CEE4-9C43-BC79-A44203707C63}" srcOrd="1" destOrd="0" presId="urn:microsoft.com/office/officeart/2008/layout/LinedList"/>
    <dgm:cxn modelId="{DE1ADD2D-5748-6445-A61F-657D56C93179}" type="presParOf" srcId="{86E78F19-5D54-2A4A-917B-448841BFB681}" destId="{8154D3B2-FD4E-1E48-AB63-2FEC2C36B46D}" srcOrd="4" destOrd="0" presId="urn:microsoft.com/office/officeart/2008/layout/LinedList"/>
    <dgm:cxn modelId="{FD718B0A-9D23-4542-A5DC-D65620F9235E}" type="presParOf" srcId="{86E78F19-5D54-2A4A-917B-448841BFB681}" destId="{E389C96E-E395-7B45-B594-037CCA3E6680}" srcOrd="5" destOrd="0" presId="urn:microsoft.com/office/officeart/2008/layout/LinedList"/>
    <dgm:cxn modelId="{01CD0A6A-6ACA-9B46-898A-2A4C709B6733}" type="presParOf" srcId="{E389C96E-E395-7B45-B594-037CCA3E6680}" destId="{A93A581E-68D4-7145-974A-A20D71C7CED3}" srcOrd="0" destOrd="0" presId="urn:microsoft.com/office/officeart/2008/layout/LinedList"/>
    <dgm:cxn modelId="{CBFE3169-DBC9-F243-8B3A-F5617216054F}" type="presParOf" srcId="{E389C96E-E395-7B45-B594-037CCA3E6680}" destId="{B3385355-A65D-E448-8429-41660841E769}" srcOrd="1" destOrd="0" presId="urn:microsoft.com/office/officeart/2008/layout/LinedList"/>
    <dgm:cxn modelId="{674F2FA1-B895-E747-97A7-9BE4F0861D23}" type="presParOf" srcId="{86E78F19-5D54-2A4A-917B-448841BFB681}" destId="{10E1346F-CFED-0B47-A277-334CB2DBD58E}" srcOrd="6" destOrd="0" presId="urn:microsoft.com/office/officeart/2008/layout/LinedList"/>
    <dgm:cxn modelId="{3DE3DF51-80B9-5F4A-9BD1-FD302F5B6E7D}" type="presParOf" srcId="{86E78F19-5D54-2A4A-917B-448841BFB681}" destId="{5617B170-1731-7443-9623-070F0F7C9CA6}" srcOrd="7" destOrd="0" presId="urn:microsoft.com/office/officeart/2008/layout/LinedList"/>
    <dgm:cxn modelId="{1F122BC9-1C14-3447-B7B2-F23FB860433E}" type="presParOf" srcId="{5617B170-1731-7443-9623-070F0F7C9CA6}" destId="{24CF0051-FD25-1B4C-8CEF-04EA67CB501D}" srcOrd="0" destOrd="0" presId="urn:microsoft.com/office/officeart/2008/layout/LinedList"/>
    <dgm:cxn modelId="{8D0F1238-7BBB-5646-A0DE-EA3C7AA9E724}" type="presParOf" srcId="{5617B170-1731-7443-9623-070F0F7C9CA6}" destId="{E985207B-4DA1-1B46-9A17-A47574EF6A8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54B3C-4708-FA44-87A1-9287073B0B72}">
      <dsp:nvSpPr>
        <dsp:cNvPr id="0" name=""/>
        <dsp:cNvSpPr/>
      </dsp:nvSpPr>
      <dsp:spPr>
        <a:xfrm>
          <a:off x="0" y="1839"/>
          <a:ext cx="401164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962A21-597E-6944-B12B-7DEDF562459F}">
      <dsp:nvSpPr>
        <dsp:cNvPr id="0" name=""/>
        <dsp:cNvSpPr/>
      </dsp:nvSpPr>
      <dsp:spPr>
        <a:xfrm>
          <a:off x="0" y="1839"/>
          <a:ext cx="4011640" cy="1254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t>Try to modify the encodings and check the corresponding results. For example, use the colour channel to encode the magnitude (“mag” attribute) of the earthquake and use the size channel to encode the duration (“</a:t>
          </a:r>
          <a:r>
            <a:rPr lang="en-AU" sz="1400" kern="1200" dirty="0" err="1"/>
            <a:t>dmin</a:t>
          </a:r>
          <a:r>
            <a:rPr lang="en-AU" sz="1400" kern="1200" dirty="0"/>
            <a:t>” attribute) of the earthquake.</a:t>
          </a:r>
        </a:p>
      </dsp:txBody>
      <dsp:txXfrm>
        <a:off x="0" y="1839"/>
        <a:ext cx="4011640" cy="1254212"/>
      </dsp:txXfrm>
    </dsp:sp>
    <dsp:sp modelId="{0DC6A447-331A-E040-AA95-EA98CC4E6B7B}">
      <dsp:nvSpPr>
        <dsp:cNvPr id="0" name=""/>
        <dsp:cNvSpPr/>
      </dsp:nvSpPr>
      <dsp:spPr>
        <a:xfrm>
          <a:off x="0" y="1256051"/>
          <a:ext cx="401164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CEFADA-B8CB-B94C-BD80-7C68DA7EBAAC}">
      <dsp:nvSpPr>
        <dsp:cNvPr id="0" name=""/>
        <dsp:cNvSpPr/>
      </dsp:nvSpPr>
      <dsp:spPr>
        <a:xfrm>
          <a:off x="0" y="1256051"/>
          <a:ext cx="4011640" cy="1254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br>
            <a:rPr lang="en-AU" sz="1400" kern="1200" dirty="0"/>
          </a:br>
          <a:r>
            <a:rPr lang="en-AU" sz="1400" kern="1200" dirty="0"/>
            <a:t>Also try to add a new encoding: “shape”, and use it for the location source (</a:t>
          </a:r>
          <a:r>
            <a:rPr lang="en-AU" sz="1400" kern="1200" dirty="0" err="1"/>
            <a:t>locationSource</a:t>
          </a:r>
          <a:r>
            <a:rPr lang="en-AU" sz="1400" kern="1200" dirty="0"/>
            <a:t> attribute). See if there is any warning for this encoding. </a:t>
          </a:r>
        </a:p>
      </dsp:txBody>
      <dsp:txXfrm>
        <a:off x="0" y="1256051"/>
        <a:ext cx="4011640" cy="1254212"/>
      </dsp:txXfrm>
    </dsp:sp>
    <dsp:sp modelId="{D588F9CD-92FE-1346-9095-861638A1227C}">
      <dsp:nvSpPr>
        <dsp:cNvPr id="0" name=""/>
        <dsp:cNvSpPr/>
      </dsp:nvSpPr>
      <dsp:spPr>
        <a:xfrm>
          <a:off x="0" y="2510264"/>
          <a:ext cx="401164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E875E6-FA97-8D44-9AC1-426FD119BBD4}">
      <dsp:nvSpPr>
        <dsp:cNvPr id="0" name=""/>
        <dsp:cNvSpPr/>
      </dsp:nvSpPr>
      <dsp:spPr>
        <a:xfrm>
          <a:off x="0" y="2510264"/>
          <a:ext cx="4011640" cy="12542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dirty="0"/>
            <a:t>Do you understand why? Can you fix it? </a:t>
          </a:r>
        </a:p>
      </dsp:txBody>
      <dsp:txXfrm>
        <a:off x="0" y="2510264"/>
        <a:ext cx="4011640" cy="1254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4FB0DB-E1BE-8F48-96A5-3F1019D38166}">
      <dsp:nvSpPr>
        <dsp:cNvPr id="0" name=""/>
        <dsp:cNvSpPr/>
      </dsp:nvSpPr>
      <dsp:spPr>
        <a:xfrm>
          <a:off x="0" y="0"/>
          <a:ext cx="285192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13A257-BF7D-6142-9A2E-39F94A03DC77}">
      <dsp:nvSpPr>
        <dsp:cNvPr id="0" name=""/>
        <dsp:cNvSpPr/>
      </dsp:nvSpPr>
      <dsp:spPr>
        <a:xfrm>
          <a:off x="0" y="0"/>
          <a:ext cx="2851920" cy="941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AU" sz="1400" kern="1200"/>
            <a:t>Did you notice that there are some countries (e.g., Congo) shown as blank on the map? Discuss with the tutor and your peers: </a:t>
          </a:r>
        </a:p>
      </dsp:txBody>
      <dsp:txXfrm>
        <a:off x="0" y="0"/>
        <a:ext cx="2851920" cy="941579"/>
      </dsp:txXfrm>
    </dsp:sp>
    <dsp:sp modelId="{F716CAE6-4DA5-234E-8A89-0AEEA9954B24}">
      <dsp:nvSpPr>
        <dsp:cNvPr id="0" name=""/>
        <dsp:cNvSpPr/>
      </dsp:nvSpPr>
      <dsp:spPr>
        <a:xfrm>
          <a:off x="0" y="941579"/>
          <a:ext cx="285192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0254E3-770D-7242-BEF3-7FAF72A5399D}">
      <dsp:nvSpPr>
        <dsp:cNvPr id="0" name=""/>
        <dsp:cNvSpPr/>
      </dsp:nvSpPr>
      <dsp:spPr>
        <a:xfrm>
          <a:off x="0" y="941579"/>
          <a:ext cx="2851920" cy="941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AU" sz="1400" kern="1200" dirty="0"/>
            <a:t>●  What could be the cause of this? </a:t>
          </a:r>
        </a:p>
      </dsp:txBody>
      <dsp:txXfrm>
        <a:off x="0" y="941579"/>
        <a:ext cx="2851920" cy="941579"/>
      </dsp:txXfrm>
    </dsp:sp>
    <dsp:sp modelId="{8154D3B2-FD4E-1E48-AB63-2FEC2C36B46D}">
      <dsp:nvSpPr>
        <dsp:cNvPr id="0" name=""/>
        <dsp:cNvSpPr/>
      </dsp:nvSpPr>
      <dsp:spPr>
        <a:xfrm>
          <a:off x="0" y="1883158"/>
          <a:ext cx="285192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3A581E-68D4-7145-974A-A20D71C7CED3}">
      <dsp:nvSpPr>
        <dsp:cNvPr id="0" name=""/>
        <dsp:cNvSpPr/>
      </dsp:nvSpPr>
      <dsp:spPr>
        <a:xfrm>
          <a:off x="0" y="1883158"/>
          <a:ext cx="2851920" cy="941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AU" sz="1400" kern="1200" dirty="0"/>
            <a:t>●  What is the best way to handle this? </a:t>
          </a:r>
        </a:p>
      </dsp:txBody>
      <dsp:txXfrm>
        <a:off x="0" y="1883158"/>
        <a:ext cx="2851920" cy="941579"/>
      </dsp:txXfrm>
    </dsp:sp>
    <dsp:sp modelId="{10E1346F-CFED-0B47-A277-334CB2DBD58E}">
      <dsp:nvSpPr>
        <dsp:cNvPr id="0" name=""/>
        <dsp:cNvSpPr/>
      </dsp:nvSpPr>
      <dsp:spPr>
        <a:xfrm>
          <a:off x="0" y="2824737"/>
          <a:ext cx="285192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CF0051-FD25-1B4C-8CEF-04EA67CB501D}">
      <dsp:nvSpPr>
        <dsp:cNvPr id="0" name=""/>
        <dsp:cNvSpPr/>
      </dsp:nvSpPr>
      <dsp:spPr>
        <a:xfrm>
          <a:off x="0" y="2824737"/>
          <a:ext cx="2851920" cy="941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AU" sz="1400" kern="1200" dirty="0"/>
            <a:t>●  Can you include more information in tooltip and stylish it.</a:t>
          </a:r>
        </a:p>
      </dsp:txBody>
      <dsp:txXfrm>
        <a:off x="0" y="2824737"/>
        <a:ext cx="2851920" cy="94157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2" name="Google Shape;54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9" name="Google Shape;5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3</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4899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4</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65264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5</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2680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6</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9338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7</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09685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374151"/>
                </a:solidFill>
                <a:effectLst/>
                <a:latin typeface="Söhne"/>
              </a:rPr>
              <a:t>Topology, in simple terms, is the study of shapes and spaces, focusing on properties that remain unchanged even when the shapes are stretched, twisted, or deformed in various ways. Imagine a rubber sheet: you can stretch and twist it, but you can't tear or glue it. So, in topology, a rubber circle, square, and triangle are all considered the same because you can morph one into the other without cutting or gluing.</a:t>
            </a:r>
          </a:p>
          <a:p>
            <a:pPr algn="l"/>
            <a:r>
              <a:rPr lang="en-AU" b="0" i="0" dirty="0">
                <a:solidFill>
                  <a:srgbClr val="374151"/>
                </a:solidFill>
                <a:effectLst/>
                <a:latin typeface="Söhne"/>
              </a:rPr>
              <a:t>Another common example: A donut and a coffee mug are considered "topologically equivalent" because you can transform one into the other without tearing or attaching any part. Both have one hole—the donut in its </a:t>
            </a:r>
            <a:r>
              <a:rPr lang="en-AU" b="0" i="0" dirty="0" err="1">
                <a:solidFill>
                  <a:srgbClr val="374151"/>
                </a:solidFill>
                <a:effectLst/>
                <a:latin typeface="Söhne"/>
              </a:rPr>
              <a:t>center</a:t>
            </a:r>
            <a:r>
              <a:rPr lang="en-AU" b="0" i="0" dirty="0">
                <a:solidFill>
                  <a:srgbClr val="374151"/>
                </a:solidFill>
                <a:effectLst/>
                <a:latin typeface="Söhne"/>
              </a:rPr>
              <a:t> and the mug through its handle.</a:t>
            </a:r>
          </a:p>
          <a:p>
            <a:pPr algn="l"/>
            <a:r>
              <a:rPr lang="en-AU" b="0" i="0" dirty="0">
                <a:solidFill>
                  <a:srgbClr val="374151"/>
                </a:solidFill>
                <a:effectLst/>
                <a:latin typeface="Söhne"/>
              </a:rPr>
              <a:t>In essence, topology looks at properties of spaces that remain constant through certain deformations, without being concerned about distances, angles, or other precise measurements.</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8</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1597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1" i="0" dirty="0">
                <a:solidFill>
                  <a:srgbClr val="374151"/>
                </a:solidFill>
                <a:effectLst/>
                <a:latin typeface="Söhne"/>
              </a:rPr>
              <a:t>Space Efficiency</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TopoJSON is a space-efficient text format for geographic data that encodes topology.</a:t>
            </a:r>
          </a:p>
          <a:p>
            <a:pPr marL="742950" lvl="1" indent="-285750" algn="l">
              <a:buFont typeface="+mj-lt"/>
              <a:buAutoNum type="arabicPeriod"/>
            </a:pPr>
            <a:r>
              <a:rPr lang="en-AU" b="0" i="0" dirty="0">
                <a:solidFill>
                  <a:srgbClr val="374151"/>
                </a:solidFill>
                <a:effectLst/>
                <a:latin typeface="Söhne"/>
              </a:rPr>
              <a:t>It provides significant size savings compared to </a:t>
            </a:r>
            <a:r>
              <a:rPr lang="en-AU" b="0" i="0" dirty="0" err="1">
                <a:solidFill>
                  <a:srgbClr val="374151"/>
                </a:solidFill>
                <a:effectLst/>
                <a:latin typeface="Söhne"/>
              </a:rPr>
              <a:t>GeoJSON</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TopoJSON is about 2/3 the size of </a:t>
            </a:r>
            <a:r>
              <a:rPr lang="en-AU" b="0" i="0" dirty="0" err="1">
                <a:solidFill>
                  <a:srgbClr val="374151"/>
                </a:solidFill>
                <a:effectLst/>
                <a:latin typeface="Söhne"/>
              </a:rPr>
              <a:t>GeoJSON</a:t>
            </a:r>
            <a:r>
              <a:rPr lang="en-AU" b="0" i="0" dirty="0">
                <a:solidFill>
                  <a:srgbClr val="374151"/>
                </a:solidFill>
                <a:effectLst/>
                <a:latin typeface="Söhne"/>
              </a:rPr>
              <a:t> with properties removed.</a:t>
            </a:r>
          </a:p>
          <a:p>
            <a:pPr algn="l">
              <a:buFont typeface="+mj-lt"/>
              <a:buAutoNum type="arabicPeriod"/>
            </a:pPr>
            <a:r>
              <a:rPr lang="en-AU" b="1" i="0" dirty="0">
                <a:solidFill>
                  <a:srgbClr val="374151"/>
                </a:solidFill>
                <a:effectLst/>
                <a:latin typeface="Söhne"/>
              </a:rPr>
              <a:t>Topology Encoding</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TopoJSON can compress data at a deeper semantic level and allows for efficient visualization of topology.</a:t>
            </a:r>
          </a:p>
          <a:p>
            <a:pPr marL="742950" lvl="1" indent="-285750" algn="l">
              <a:buFont typeface="+mj-lt"/>
              <a:buAutoNum type="arabicPeriod"/>
            </a:pPr>
            <a:r>
              <a:rPr lang="en-AU" b="0" i="0" dirty="0">
                <a:solidFill>
                  <a:srgbClr val="374151"/>
                </a:solidFill>
                <a:effectLst/>
                <a:latin typeface="Söhne"/>
              </a:rPr>
              <a:t>It adds a new type called topology that identifies shared arcs, shared boundaries, and adjacent polygons.</a:t>
            </a:r>
          </a:p>
          <a:p>
            <a:pPr marL="742950" lvl="1" indent="-285750" algn="l">
              <a:buFont typeface="+mj-lt"/>
              <a:buAutoNum type="arabicPeriod"/>
            </a:pPr>
            <a:r>
              <a:rPr lang="en-AU" b="0" i="0" dirty="0">
                <a:solidFill>
                  <a:srgbClr val="374151"/>
                </a:solidFill>
                <a:effectLst/>
                <a:latin typeface="Söhne"/>
              </a:rPr>
              <a:t>It preserves topology, which is especially crucial when simplifying map representations.</a:t>
            </a:r>
          </a:p>
          <a:p>
            <a:pPr algn="l">
              <a:buFont typeface="+mj-lt"/>
              <a:buAutoNum type="arabicPeriod"/>
            </a:pPr>
            <a:r>
              <a:rPr lang="en-AU" b="1" i="0" dirty="0">
                <a:solidFill>
                  <a:srgbClr val="374151"/>
                </a:solidFill>
                <a:effectLst/>
                <a:latin typeface="Söhne"/>
              </a:rPr>
              <a:t>Flexibility and Versatility</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TopoJSON uses arcs instead of points to define objects, leading to more efficient file sizes.</a:t>
            </a:r>
          </a:p>
          <a:p>
            <a:pPr marL="742950" lvl="1" indent="-285750" algn="l">
              <a:buFont typeface="+mj-lt"/>
              <a:buAutoNum type="arabicPeriod"/>
            </a:pPr>
            <a:r>
              <a:rPr lang="en-AU" b="0" i="0" dirty="0">
                <a:solidFill>
                  <a:srgbClr val="374151"/>
                </a:solidFill>
                <a:effectLst/>
                <a:latin typeface="Söhne"/>
              </a:rPr>
              <a:t>Each arc is encoded with an integer delta encoding of the arc shape.</a:t>
            </a:r>
          </a:p>
          <a:p>
            <a:pPr marL="742950" lvl="1" indent="-285750" algn="l">
              <a:buFont typeface="+mj-lt"/>
              <a:buAutoNum type="arabicPeriod"/>
            </a:pPr>
            <a:r>
              <a:rPr lang="en-AU" b="0" i="0" dirty="0">
                <a:solidFill>
                  <a:srgbClr val="374151"/>
                </a:solidFill>
                <a:effectLst/>
                <a:latin typeface="Söhne"/>
              </a:rPr>
              <a:t>The format is used to draw shapes and boundaries in a geographic area.</a:t>
            </a:r>
          </a:p>
          <a:p>
            <a:pPr marL="742950" lvl="1" indent="-285750" algn="l">
              <a:buFont typeface="+mj-lt"/>
              <a:buAutoNum type="arabicPeriod"/>
            </a:pPr>
            <a:r>
              <a:rPr lang="en-AU" b="0" i="0" dirty="0">
                <a:solidFill>
                  <a:srgbClr val="374151"/>
                </a:solidFill>
                <a:effectLst/>
                <a:latin typeface="Söhne"/>
              </a:rPr>
              <a:t>It is adaptable for browser delivery and presentations.</a:t>
            </a:r>
          </a:p>
          <a:p>
            <a:pPr algn="l">
              <a:buFont typeface="+mj-lt"/>
              <a:buAutoNum type="arabicPeriod"/>
            </a:pPr>
            <a:r>
              <a:rPr lang="en-AU" b="1" i="0" dirty="0">
                <a:solidFill>
                  <a:srgbClr val="374151"/>
                </a:solidFill>
                <a:effectLst/>
                <a:latin typeface="Söhne"/>
              </a:rPr>
              <a:t>Preservation of Adjacencies</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TopoJSON is effective at preserving the adjacency of countries in visualizations.</a:t>
            </a:r>
          </a:p>
          <a:p>
            <a:pPr marL="742950" lvl="1" indent="-285750" algn="l">
              <a:buFont typeface="+mj-lt"/>
              <a:buAutoNum type="arabicPeriod"/>
            </a:pPr>
            <a:r>
              <a:rPr lang="en-AU" b="0" i="0" dirty="0">
                <a:solidFill>
                  <a:srgbClr val="374151"/>
                </a:solidFill>
                <a:effectLst/>
                <a:latin typeface="Söhne"/>
              </a:rPr>
              <a:t>This is crucial for accurate representation and visualization of borders and shared boundaries.</a:t>
            </a:r>
          </a:p>
          <a:p>
            <a:pPr algn="l">
              <a:buFont typeface="+mj-lt"/>
              <a:buAutoNum type="arabicPeriod"/>
            </a:pPr>
            <a:r>
              <a:rPr lang="en-AU" b="1" i="0" dirty="0">
                <a:solidFill>
                  <a:srgbClr val="374151"/>
                </a:solidFill>
                <a:effectLst/>
                <a:latin typeface="Söhne"/>
              </a:rPr>
              <a:t>Effective Conversion and Simplification</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Tools and methods exist to convert and simplify shapefiles to TopoJSON format efficiently.</a:t>
            </a:r>
          </a:p>
          <a:p>
            <a:pPr marL="742950" lvl="1" indent="-285750" algn="l">
              <a:buFont typeface="+mj-lt"/>
              <a:buAutoNum type="arabicPeriod"/>
            </a:pPr>
            <a:r>
              <a:rPr lang="en-AU" b="0" i="0" dirty="0">
                <a:solidFill>
                  <a:srgbClr val="374151"/>
                </a:solidFill>
                <a:effectLst/>
                <a:latin typeface="Söhne"/>
              </a:rPr>
              <a:t>The format supports various levels of quantization and simplification depending on the desired map resolution.</a:t>
            </a:r>
          </a:p>
          <a:p>
            <a:pPr algn="l">
              <a:buFont typeface="+mj-lt"/>
              <a:buAutoNum type="arabicPeriod"/>
            </a:pPr>
            <a:r>
              <a:rPr lang="en-AU" b="1" i="0" dirty="0">
                <a:solidFill>
                  <a:srgbClr val="374151"/>
                </a:solidFill>
                <a:effectLst/>
                <a:latin typeface="Söhne"/>
              </a:rPr>
              <a:t>Rich Tool Ecosystem</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There are various tools available for using TopoJSON, such as command-line tools, browser APIs, and a wiki.</a:t>
            </a:r>
          </a:p>
          <a:p>
            <a:pPr marL="742950" lvl="1" indent="-285750" algn="l">
              <a:buFont typeface="+mj-lt"/>
              <a:buAutoNum type="arabicPeriod"/>
            </a:pPr>
            <a:r>
              <a:rPr lang="en-AU" b="0" i="0" dirty="0">
                <a:solidFill>
                  <a:srgbClr val="374151"/>
                </a:solidFill>
                <a:effectLst/>
                <a:latin typeface="Söhne"/>
              </a:rPr>
              <a:t>Projects like 'us Atlas' by Bostock generate TopoJSON files for specific purposes, like US counties.</a:t>
            </a:r>
          </a:p>
          <a:p>
            <a:pPr algn="l">
              <a:buFont typeface="+mj-lt"/>
              <a:buAutoNum type="arabicPeriod"/>
            </a:pPr>
            <a:r>
              <a:rPr lang="en-AU" b="1" i="0" dirty="0">
                <a:solidFill>
                  <a:srgbClr val="374151"/>
                </a:solidFill>
                <a:effectLst/>
                <a:latin typeface="Söhne"/>
              </a:rPr>
              <a:t>Complementary to Other Formats</a:t>
            </a:r>
            <a:r>
              <a:rPr lang="en-AU" b="0" i="0" dirty="0">
                <a:solidFill>
                  <a:srgbClr val="374151"/>
                </a:solidFill>
                <a:effectLst/>
                <a:latin typeface="Söhne"/>
              </a:rPr>
              <a:t>:</a:t>
            </a:r>
          </a:p>
          <a:p>
            <a:pPr marL="742950" lvl="1" indent="-285750" algn="l">
              <a:buFont typeface="+mj-lt"/>
              <a:buAutoNum type="arabicPeriod"/>
            </a:pPr>
            <a:r>
              <a:rPr lang="en-AU" b="0" i="0" dirty="0">
                <a:solidFill>
                  <a:srgbClr val="374151"/>
                </a:solidFill>
                <a:effectLst/>
                <a:latin typeface="Söhne"/>
              </a:rPr>
              <a:t>While TopoJSON provides many advantages, it can also work alongside other formats. For instance, TopoJSON and Protocol Buffer can be used together for different purposes, combining the strengths of both.</a:t>
            </a:r>
          </a:p>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9</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3968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11</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04535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smtClean="0">
                <a:solidFill>
                  <a:schemeClr val="dk1"/>
                </a:solidFill>
                <a:latin typeface="Calibri"/>
                <a:ea typeface="Calibri"/>
                <a:cs typeface="Calibri"/>
                <a:sym typeface="Calibri"/>
              </a:rPr>
              <a:t>12</a:t>
            </a:fld>
            <a:endParaRPr lang="en-AU"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581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20" name="Google Shape;62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6">
  <p:cSld name="Title Slide 6">
    <p:bg>
      <p:bgPr>
        <a:blipFill>
          <a:blip r:embed="rId2">
            <a:alphaModFix/>
          </a:blip>
          <a:stretch>
            <a:fillRect/>
          </a:stretch>
        </a:blipFill>
        <a:effectLst/>
      </p:bgPr>
    </p:bg>
    <p:spTree>
      <p:nvGrpSpPr>
        <p:cNvPr id="1" name="Shape 309"/>
        <p:cNvGrpSpPr/>
        <p:nvPr/>
      </p:nvGrpSpPr>
      <p:grpSpPr>
        <a:xfrm>
          <a:off x="0" y="0"/>
          <a:ext cx="0" cy="0"/>
          <a:chOff x="0" y="0"/>
          <a:chExt cx="0" cy="0"/>
        </a:xfrm>
      </p:grpSpPr>
      <p:sp>
        <p:nvSpPr>
          <p:cNvPr id="310" name="Google Shape;310;p53"/>
          <p:cNvSpPr txBox="1">
            <a:spLocks noGrp="1"/>
          </p:cNvSpPr>
          <p:nvPr>
            <p:ph type="ctrTitle"/>
          </p:nvPr>
        </p:nvSpPr>
        <p:spPr>
          <a:xfrm>
            <a:off x="1432800" y="1177779"/>
            <a:ext cx="4500032" cy="18702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300"/>
              <a:buFont typeface="Arial Narrow"/>
              <a:buNone/>
              <a:defRPr sz="2300"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1" name="Google Shape;311;p53"/>
          <p:cNvSpPr txBox="1">
            <a:spLocks noGrp="1"/>
          </p:cNvSpPr>
          <p:nvPr>
            <p:ph type="subTitle" idx="1"/>
          </p:nvPr>
        </p:nvSpPr>
        <p:spPr>
          <a:xfrm>
            <a:off x="1432800" y="3195782"/>
            <a:ext cx="4500033" cy="614221"/>
          </a:xfrm>
          <a:prstGeom prst="rect">
            <a:avLst/>
          </a:prstGeom>
          <a:noFill/>
          <a:ln>
            <a:noFill/>
          </a:ln>
        </p:spPr>
        <p:txBody>
          <a:bodyPr spcFirstLastPara="1" wrap="square" lIns="0" tIns="0" rIns="0" bIns="0" anchor="t" anchorCtr="0">
            <a:noAutofit/>
          </a:bodyPr>
          <a:lstStyle>
            <a:lvl1pPr lvl="0" algn="l">
              <a:lnSpc>
                <a:spcPct val="114000"/>
              </a:lnSpc>
              <a:spcBef>
                <a:spcPts val="0"/>
              </a:spcBef>
              <a:spcAft>
                <a:spcPts val="0"/>
              </a:spcAft>
              <a:buClr>
                <a:schemeClr val="lt1"/>
              </a:buClr>
              <a:buSzPts val="1800"/>
              <a:buNone/>
              <a:defRPr sz="1800" cap="none">
                <a:solidFill>
                  <a:schemeClr val="lt1"/>
                </a:solidFill>
              </a:defRPr>
            </a:lvl1pPr>
            <a:lvl2pPr lvl="1" algn="ctr">
              <a:lnSpc>
                <a:spcPct val="114000"/>
              </a:lnSpc>
              <a:spcBef>
                <a:spcPts val="2400"/>
              </a:spcBef>
              <a:spcAft>
                <a:spcPts val="0"/>
              </a:spcAft>
              <a:buClr>
                <a:schemeClr val="dk1"/>
              </a:buClr>
              <a:buSzPts val="1600"/>
              <a:buNone/>
              <a:defRPr sz="2000"/>
            </a:lvl2pPr>
            <a:lvl3pPr lvl="2" algn="ctr">
              <a:lnSpc>
                <a:spcPct val="114000"/>
              </a:lnSpc>
              <a:spcBef>
                <a:spcPts val="500"/>
              </a:spcBef>
              <a:spcAft>
                <a:spcPts val="0"/>
              </a:spcAft>
              <a:buClr>
                <a:schemeClr val="dk1"/>
              </a:buClr>
              <a:buSzPts val="1800"/>
              <a:buNone/>
              <a:defRPr sz="1800"/>
            </a:lvl3pPr>
            <a:lvl4pPr lvl="3" algn="ctr">
              <a:lnSpc>
                <a:spcPct val="114000"/>
              </a:lnSpc>
              <a:spcBef>
                <a:spcPts val="500"/>
              </a:spcBef>
              <a:spcAft>
                <a:spcPts val="0"/>
              </a:spcAft>
              <a:buClr>
                <a:schemeClr val="dk1"/>
              </a:buClr>
              <a:buSzPts val="1600"/>
              <a:buNone/>
              <a:defRPr sz="1600"/>
            </a:lvl4pPr>
            <a:lvl5pPr lvl="4" algn="ctr">
              <a:lnSpc>
                <a:spcPct val="114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12" name="Google Shape;312;p53"/>
          <p:cNvSpPr txBox="1">
            <a:spLocks noGrp="1"/>
          </p:cNvSpPr>
          <p:nvPr>
            <p:ph type="dt" idx="10"/>
          </p:nvPr>
        </p:nvSpPr>
        <p:spPr>
          <a:xfrm>
            <a:off x="9355667" y="7006168"/>
            <a:ext cx="1591692" cy="365125"/>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3" name="Google Shape;313;p53"/>
          <p:cNvSpPr txBox="1">
            <a:spLocks noGrp="1"/>
          </p:cNvSpPr>
          <p:nvPr>
            <p:ph type="ftr" idx="11"/>
          </p:nvPr>
        </p:nvSpPr>
        <p:spPr>
          <a:xfrm>
            <a:off x="3670318" y="7006168"/>
            <a:ext cx="4851401"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4" name="Google Shape;314;p53"/>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AU"/>
              <a:t>‹#›</a:t>
            </a:fld>
            <a:endParaRPr/>
          </a:p>
        </p:txBody>
      </p:sp>
      <p:sp>
        <p:nvSpPr>
          <p:cNvPr id="315" name="Google Shape;315;p53"/>
          <p:cNvSpPr txBox="1">
            <a:spLocks noGrp="1"/>
          </p:cNvSpPr>
          <p:nvPr>
            <p:ph type="body" idx="2"/>
          </p:nvPr>
        </p:nvSpPr>
        <p:spPr>
          <a:xfrm>
            <a:off x="1432800" y="3943350"/>
            <a:ext cx="4500563" cy="282575"/>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200"/>
              <a:buNone/>
              <a:defRPr sz="1200">
                <a:solidFill>
                  <a:schemeClr val="lt1"/>
                </a:solidFill>
                <a:latin typeface="Arial Narrow"/>
                <a:ea typeface="Arial Narrow"/>
                <a:cs typeface="Arial Narrow"/>
                <a:sym typeface="Arial Narrow"/>
              </a:defRPr>
            </a:lvl1pPr>
            <a:lvl2pPr marL="914400" lvl="1" indent="-314960" algn="l">
              <a:lnSpc>
                <a:spcPct val="114000"/>
              </a:lnSpc>
              <a:spcBef>
                <a:spcPts val="2400"/>
              </a:spcBef>
              <a:spcAft>
                <a:spcPts val="0"/>
              </a:spcAft>
              <a:buClr>
                <a:schemeClr val="lt1"/>
              </a:buClr>
              <a:buSzPts val="1360"/>
              <a:buChar char="•"/>
              <a:defRPr>
                <a:solidFill>
                  <a:schemeClr val="lt1"/>
                </a:solidFill>
              </a:defRPr>
            </a:lvl2pPr>
            <a:lvl3pPr marL="1371600" lvl="2" indent="-317500" algn="l">
              <a:lnSpc>
                <a:spcPct val="114000"/>
              </a:lnSpc>
              <a:spcBef>
                <a:spcPts val="500"/>
              </a:spcBef>
              <a:spcAft>
                <a:spcPts val="0"/>
              </a:spcAft>
              <a:buClr>
                <a:schemeClr val="lt1"/>
              </a:buClr>
              <a:buSzPts val="1400"/>
              <a:buChar char="­"/>
              <a:defRPr>
                <a:solidFill>
                  <a:schemeClr val="lt1"/>
                </a:solidFill>
              </a:defRPr>
            </a:lvl3pPr>
            <a:lvl4pPr marL="1828800" lvl="3" indent="-336550" algn="l">
              <a:lnSpc>
                <a:spcPct val="114000"/>
              </a:lnSpc>
              <a:spcBef>
                <a:spcPts val="500"/>
              </a:spcBef>
              <a:spcAft>
                <a:spcPts val="0"/>
              </a:spcAft>
              <a:buClr>
                <a:schemeClr val="lt1"/>
              </a:buClr>
              <a:buSzPts val="1700"/>
              <a:buChar char="•"/>
              <a:defRPr>
                <a:solidFill>
                  <a:schemeClr val="lt1"/>
                </a:solidFill>
              </a:defRPr>
            </a:lvl4pPr>
            <a:lvl5pPr marL="2286000" lvl="4" indent="-336550" algn="l">
              <a:lnSpc>
                <a:spcPct val="114000"/>
              </a:lnSpc>
              <a:spcBef>
                <a:spcPts val="500"/>
              </a:spcBef>
              <a:spcAft>
                <a:spcPts val="0"/>
              </a:spcAft>
              <a:buClr>
                <a:schemeClr val="lt1"/>
              </a:buClr>
              <a:buSzPts val="17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16" name="Google Shape;316;p53"/>
          <p:cNvPicPr preferRelativeResize="0"/>
          <p:nvPr/>
        </p:nvPicPr>
        <p:blipFill rotWithShape="1">
          <a:blip r:embed="rId3">
            <a:alphaModFix/>
          </a:blip>
          <a:srcRect/>
          <a:stretch/>
        </p:blipFill>
        <p:spPr>
          <a:xfrm>
            <a:off x="471225" y="475746"/>
            <a:ext cx="1514738" cy="4390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4"/>
        <p:cNvGrpSpPr/>
        <p:nvPr/>
      </p:nvGrpSpPr>
      <p:grpSpPr>
        <a:xfrm>
          <a:off x="0" y="0"/>
          <a:ext cx="0" cy="0"/>
          <a:chOff x="0" y="0"/>
          <a:chExt cx="0" cy="0"/>
        </a:xfrm>
      </p:grpSpPr>
      <p:sp>
        <p:nvSpPr>
          <p:cNvPr id="405" name="Google Shape;405;p66"/>
          <p:cNvSpPr txBox="1">
            <a:spLocks noGrp="1"/>
          </p:cNvSpPr>
          <p:nvPr>
            <p:ph type="title"/>
          </p:nvPr>
        </p:nvSpPr>
        <p:spPr>
          <a:xfrm>
            <a:off x="839788" y="457200"/>
            <a:ext cx="3932237" cy="16002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Arial Narrow"/>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6" name="Google Shape;406;p66"/>
          <p:cNvSpPr txBox="1">
            <a:spLocks noGrp="1"/>
          </p:cNvSpPr>
          <p:nvPr>
            <p:ph type="body" idx="1"/>
          </p:nvPr>
        </p:nvSpPr>
        <p:spPr>
          <a:xfrm>
            <a:off x="5183188" y="987425"/>
            <a:ext cx="6172200" cy="4873625"/>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3200"/>
              <a:buNone/>
              <a:defRPr sz="3200"/>
            </a:lvl1pPr>
            <a:lvl2pPr marL="914400" lvl="1" indent="-370840" algn="l">
              <a:lnSpc>
                <a:spcPct val="114000"/>
              </a:lnSpc>
              <a:spcBef>
                <a:spcPts val="2400"/>
              </a:spcBef>
              <a:spcAft>
                <a:spcPts val="0"/>
              </a:spcAft>
              <a:buClr>
                <a:schemeClr val="dk1"/>
              </a:buClr>
              <a:buSzPts val="2240"/>
              <a:buChar char="•"/>
              <a:defRPr sz="2800"/>
            </a:lvl2pPr>
            <a:lvl3pPr marL="1371600" lvl="2" indent="-381000" algn="l">
              <a:lnSpc>
                <a:spcPct val="114000"/>
              </a:lnSpc>
              <a:spcBef>
                <a:spcPts val="500"/>
              </a:spcBef>
              <a:spcAft>
                <a:spcPts val="0"/>
              </a:spcAft>
              <a:buClr>
                <a:schemeClr val="dk1"/>
              </a:buClr>
              <a:buSzPts val="2400"/>
              <a:buChar char="­"/>
              <a:defRPr sz="2400"/>
            </a:lvl3pPr>
            <a:lvl4pPr marL="1828800" lvl="3" indent="-355600" algn="l">
              <a:lnSpc>
                <a:spcPct val="114000"/>
              </a:lnSpc>
              <a:spcBef>
                <a:spcPts val="500"/>
              </a:spcBef>
              <a:spcAft>
                <a:spcPts val="0"/>
              </a:spcAft>
              <a:buClr>
                <a:schemeClr val="dk1"/>
              </a:buClr>
              <a:buSzPts val="2000"/>
              <a:buChar char="•"/>
              <a:defRPr sz="2000"/>
            </a:lvl4pPr>
            <a:lvl5pPr marL="2286000" lvl="4" indent="-355600" algn="l">
              <a:lnSpc>
                <a:spcPct val="114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07" name="Google Shape;407;p66"/>
          <p:cNvSpPr txBox="1">
            <a:spLocks noGrp="1"/>
          </p:cNvSpPr>
          <p:nvPr>
            <p:ph type="body" idx="2"/>
          </p:nvPr>
        </p:nvSpPr>
        <p:spPr>
          <a:xfrm>
            <a:off x="839788" y="2057400"/>
            <a:ext cx="3932237" cy="3811588"/>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600"/>
              <a:buNone/>
              <a:defRPr sz="1600"/>
            </a:lvl1pPr>
            <a:lvl2pPr marL="914400" lvl="1" indent="-228600" algn="l">
              <a:lnSpc>
                <a:spcPct val="114000"/>
              </a:lnSpc>
              <a:spcBef>
                <a:spcPts val="2400"/>
              </a:spcBef>
              <a:spcAft>
                <a:spcPts val="0"/>
              </a:spcAft>
              <a:buClr>
                <a:schemeClr val="dk1"/>
              </a:buClr>
              <a:buSzPts val="1120"/>
              <a:buNone/>
              <a:defRPr sz="1400"/>
            </a:lvl2pPr>
            <a:lvl3pPr marL="1371600" lvl="2" indent="-228600" algn="l">
              <a:lnSpc>
                <a:spcPct val="114000"/>
              </a:lnSpc>
              <a:spcBef>
                <a:spcPts val="500"/>
              </a:spcBef>
              <a:spcAft>
                <a:spcPts val="0"/>
              </a:spcAft>
              <a:buClr>
                <a:schemeClr val="dk1"/>
              </a:buClr>
              <a:buSzPts val="1200"/>
              <a:buNone/>
              <a:defRPr sz="1200"/>
            </a:lvl3pPr>
            <a:lvl4pPr marL="1828800" lvl="3" indent="-228600" algn="l">
              <a:lnSpc>
                <a:spcPct val="114000"/>
              </a:lnSpc>
              <a:spcBef>
                <a:spcPts val="500"/>
              </a:spcBef>
              <a:spcAft>
                <a:spcPts val="0"/>
              </a:spcAft>
              <a:buClr>
                <a:schemeClr val="dk1"/>
              </a:buClr>
              <a:buSzPts val="1000"/>
              <a:buNone/>
              <a:defRPr sz="1000"/>
            </a:lvl4pPr>
            <a:lvl5pPr marL="2286000" lvl="4" indent="-228600" algn="l">
              <a:lnSpc>
                <a:spcPct val="114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08" name="Google Shape;408;p66"/>
          <p:cNvSpPr txBox="1">
            <a:spLocks noGrp="1"/>
          </p:cNvSpPr>
          <p:nvPr>
            <p:ph type="dt" idx="10"/>
          </p:nvPr>
        </p:nvSpPr>
        <p:spPr>
          <a:xfrm>
            <a:off x="9355667" y="7006168"/>
            <a:ext cx="1591692" cy="365125"/>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9" name="Google Shape;409;p66"/>
          <p:cNvSpPr txBox="1">
            <a:spLocks noGrp="1"/>
          </p:cNvSpPr>
          <p:nvPr>
            <p:ph type="ftr" idx="11"/>
          </p:nvPr>
        </p:nvSpPr>
        <p:spPr>
          <a:xfrm>
            <a:off x="3670318" y="7006168"/>
            <a:ext cx="4851401"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0" name="Google Shape;410;p66"/>
          <p:cNvSpPr txBox="1">
            <a:spLocks noGrp="1"/>
          </p:cNvSpPr>
          <p:nvPr>
            <p:ph type="sldNum" idx="12"/>
          </p:nvPr>
        </p:nvSpPr>
        <p:spPr>
          <a:xfrm>
            <a:off x="10985500" y="6148918"/>
            <a:ext cx="728132"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Side pic">
  <p:cSld name="Title and Content Side pic">
    <p:spTree>
      <p:nvGrpSpPr>
        <p:cNvPr id="1" name="Shape 345"/>
        <p:cNvGrpSpPr/>
        <p:nvPr/>
      </p:nvGrpSpPr>
      <p:grpSpPr>
        <a:xfrm>
          <a:off x="0" y="0"/>
          <a:ext cx="0" cy="0"/>
          <a:chOff x="0" y="0"/>
          <a:chExt cx="0" cy="0"/>
        </a:xfrm>
      </p:grpSpPr>
      <p:sp>
        <p:nvSpPr>
          <p:cNvPr id="346" name="Google Shape;346;p58"/>
          <p:cNvSpPr>
            <a:spLocks noGrp="1"/>
          </p:cNvSpPr>
          <p:nvPr>
            <p:ph type="pic" idx="2"/>
          </p:nvPr>
        </p:nvSpPr>
        <p:spPr>
          <a:xfrm>
            <a:off x="8258175" y="0"/>
            <a:ext cx="3933825" cy="6858000"/>
          </a:xfrm>
          <a:prstGeom prst="rect">
            <a:avLst/>
          </a:prstGeom>
          <a:solidFill>
            <a:srgbClr val="D8D8D8"/>
          </a:solidFill>
          <a:ln>
            <a:noFill/>
          </a:ln>
        </p:spPr>
      </p:sp>
      <p:sp>
        <p:nvSpPr>
          <p:cNvPr id="347" name="Google Shape;347;p58"/>
          <p:cNvSpPr txBox="1">
            <a:spLocks noGrp="1"/>
          </p:cNvSpPr>
          <p:nvPr>
            <p:ph type="title"/>
          </p:nvPr>
        </p:nvSpPr>
        <p:spPr>
          <a:xfrm>
            <a:off x="893229" y="1087967"/>
            <a:ext cx="5460437" cy="6027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8" name="Google Shape;348;p58"/>
          <p:cNvSpPr txBox="1">
            <a:spLocks noGrp="1"/>
          </p:cNvSpPr>
          <p:nvPr>
            <p:ph type="body" idx="1"/>
          </p:nvPr>
        </p:nvSpPr>
        <p:spPr>
          <a:xfrm>
            <a:off x="893229" y="2778655"/>
            <a:ext cx="5460437" cy="2864378"/>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800"/>
              <a:buNone/>
              <a:defRPr/>
            </a:lvl1pPr>
            <a:lvl2pPr marL="914400" lvl="1" indent="-320040" algn="l">
              <a:lnSpc>
                <a:spcPct val="114000"/>
              </a:lnSpc>
              <a:spcBef>
                <a:spcPts val="2400"/>
              </a:spcBef>
              <a:spcAft>
                <a:spcPts val="0"/>
              </a:spcAft>
              <a:buClr>
                <a:schemeClr val="dk1"/>
              </a:buClr>
              <a:buSzPts val="1440"/>
              <a:buChar char="•"/>
              <a:defRPr/>
            </a:lvl2pPr>
            <a:lvl3pPr marL="1371600" lvl="2" indent="-342900" algn="l">
              <a:lnSpc>
                <a:spcPct val="114000"/>
              </a:lnSpc>
              <a:spcBef>
                <a:spcPts val="500"/>
              </a:spcBef>
              <a:spcAft>
                <a:spcPts val="0"/>
              </a:spcAft>
              <a:buClr>
                <a:schemeClr val="dk1"/>
              </a:buClr>
              <a:buSzPts val="1800"/>
              <a:buChar char="­"/>
              <a:defRPr/>
            </a:lvl3pPr>
            <a:lvl4pPr marL="1828800" lvl="3" indent="-342900" algn="l">
              <a:lnSpc>
                <a:spcPct val="114000"/>
              </a:lnSpc>
              <a:spcBef>
                <a:spcPts val="500"/>
              </a:spcBef>
              <a:spcAft>
                <a:spcPts val="0"/>
              </a:spcAft>
              <a:buClr>
                <a:schemeClr val="dk1"/>
              </a:buClr>
              <a:buSzPts val="1800"/>
              <a:buChar char="•"/>
              <a:defRPr/>
            </a:lvl4pPr>
            <a:lvl5pPr marL="2286000" lvl="4" indent="-342900" algn="l">
              <a:lnSpc>
                <a:spcPct val="114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9" name="Google Shape;349;p58"/>
          <p:cNvSpPr txBox="1">
            <a:spLocks noGrp="1"/>
          </p:cNvSpPr>
          <p:nvPr>
            <p:ph type="dt" idx="10"/>
          </p:nvPr>
        </p:nvSpPr>
        <p:spPr>
          <a:xfrm>
            <a:off x="9355667" y="7006168"/>
            <a:ext cx="1591692" cy="365125"/>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0" name="Google Shape;350;p58"/>
          <p:cNvSpPr txBox="1">
            <a:spLocks noGrp="1"/>
          </p:cNvSpPr>
          <p:nvPr>
            <p:ph type="ftr" idx="11"/>
          </p:nvPr>
        </p:nvSpPr>
        <p:spPr>
          <a:xfrm>
            <a:off x="3670318" y="7006168"/>
            <a:ext cx="4851401"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1" name="Google Shape;351;p58"/>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AU"/>
              <a:t>‹#›</a:t>
            </a:fld>
            <a:endParaRPr/>
          </a:p>
        </p:txBody>
      </p:sp>
      <p:sp>
        <p:nvSpPr>
          <p:cNvPr id="352" name="Google Shape;352;p58"/>
          <p:cNvSpPr txBox="1">
            <a:spLocks noGrp="1"/>
          </p:cNvSpPr>
          <p:nvPr>
            <p:ph type="body" idx="3"/>
          </p:nvPr>
        </p:nvSpPr>
        <p:spPr>
          <a:xfrm>
            <a:off x="8936466" y="1102183"/>
            <a:ext cx="2714625" cy="255587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lt1"/>
              </a:buClr>
              <a:buSzPts val="2400"/>
              <a:buNone/>
              <a:defRPr sz="2400" b="1" cap="none">
                <a:solidFill>
                  <a:schemeClr val="lt1"/>
                </a:solidFill>
              </a:defRPr>
            </a:lvl1pPr>
            <a:lvl2pPr marL="914400" lvl="1" indent="-320040" algn="l">
              <a:lnSpc>
                <a:spcPct val="114000"/>
              </a:lnSpc>
              <a:spcBef>
                <a:spcPts val="2400"/>
              </a:spcBef>
              <a:spcAft>
                <a:spcPts val="0"/>
              </a:spcAft>
              <a:buClr>
                <a:schemeClr val="dk1"/>
              </a:buClr>
              <a:buSzPts val="1440"/>
              <a:buChar char="•"/>
              <a:defRPr/>
            </a:lvl2pPr>
            <a:lvl3pPr marL="1371600" lvl="2" indent="-342900" algn="l">
              <a:lnSpc>
                <a:spcPct val="114000"/>
              </a:lnSpc>
              <a:spcBef>
                <a:spcPts val="500"/>
              </a:spcBef>
              <a:spcAft>
                <a:spcPts val="0"/>
              </a:spcAft>
              <a:buClr>
                <a:schemeClr val="dk1"/>
              </a:buClr>
              <a:buSzPts val="1800"/>
              <a:buChar char="­"/>
              <a:defRPr/>
            </a:lvl3pPr>
            <a:lvl4pPr marL="1828800" lvl="3" indent="-342900" algn="l">
              <a:lnSpc>
                <a:spcPct val="114000"/>
              </a:lnSpc>
              <a:spcBef>
                <a:spcPts val="500"/>
              </a:spcBef>
              <a:spcAft>
                <a:spcPts val="0"/>
              </a:spcAft>
              <a:buClr>
                <a:schemeClr val="dk1"/>
              </a:buClr>
              <a:buSzPts val="1800"/>
              <a:buChar char="•"/>
              <a:defRPr/>
            </a:lvl4pPr>
            <a:lvl5pPr marL="2286000" lvl="4" indent="-342900" algn="l">
              <a:lnSpc>
                <a:spcPct val="114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896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blipFill>
          <a:blip r:embed="rId2">
            <a:alphaModFix/>
          </a:blip>
          <a:stretch>
            <a:fillRect/>
          </a:stretch>
        </a:blipFill>
        <a:effectLst/>
      </p:bgPr>
    </p:bg>
    <p:spTree>
      <p:nvGrpSpPr>
        <p:cNvPr id="1" name="Shape 360"/>
        <p:cNvGrpSpPr/>
        <p:nvPr/>
      </p:nvGrpSpPr>
      <p:grpSpPr>
        <a:xfrm>
          <a:off x="0" y="0"/>
          <a:ext cx="0" cy="0"/>
          <a:chOff x="0" y="0"/>
          <a:chExt cx="0" cy="0"/>
        </a:xfrm>
      </p:grpSpPr>
      <p:sp>
        <p:nvSpPr>
          <p:cNvPr id="361" name="Google Shape;361;p60"/>
          <p:cNvSpPr txBox="1">
            <a:spLocks noGrp="1"/>
          </p:cNvSpPr>
          <p:nvPr>
            <p:ph type="title"/>
          </p:nvPr>
        </p:nvSpPr>
        <p:spPr>
          <a:xfrm>
            <a:off x="3655281" y="2030648"/>
            <a:ext cx="5564132" cy="6027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Arial Narrow"/>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2" name="Google Shape;362;p60"/>
          <p:cNvSpPr txBox="1">
            <a:spLocks noGrp="1"/>
          </p:cNvSpPr>
          <p:nvPr>
            <p:ph type="body" idx="1"/>
          </p:nvPr>
        </p:nvSpPr>
        <p:spPr>
          <a:xfrm>
            <a:off x="3655281" y="2674960"/>
            <a:ext cx="5564132" cy="177853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2100"/>
              <a:buNone/>
              <a:defRPr sz="2100" b="1">
                <a:solidFill>
                  <a:schemeClr val="lt1"/>
                </a:solidFill>
              </a:defRPr>
            </a:lvl1pPr>
            <a:lvl2pPr marL="914400" lvl="1" indent="-228600" algn="l">
              <a:lnSpc>
                <a:spcPct val="90000"/>
              </a:lnSpc>
              <a:spcBef>
                <a:spcPts val="2400"/>
              </a:spcBef>
              <a:spcAft>
                <a:spcPts val="0"/>
              </a:spcAft>
              <a:buClr>
                <a:schemeClr val="lt1"/>
              </a:buClr>
              <a:buSzPts val="1040"/>
              <a:buNone/>
              <a:defRPr sz="1300" b="0">
                <a:solidFill>
                  <a:schemeClr val="lt1"/>
                </a:solidFill>
              </a:defRPr>
            </a:lvl2pPr>
            <a:lvl3pPr marL="1371600" lvl="2" indent="-317500" algn="l">
              <a:lnSpc>
                <a:spcPct val="114000"/>
              </a:lnSpc>
              <a:spcBef>
                <a:spcPts val="500"/>
              </a:spcBef>
              <a:spcAft>
                <a:spcPts val="0"/>
              </a:spcAft>
              <a:buClr>
                <a:schemeClr val="lt1"/>
              </a:buClr>
              <a:buSzPts val="1400"/>
              <a:buChar char="­"/>
              <a:defRPr>
                <a:solidFill>
                  <a:schemeClr val="lt1"/>
                </a:solidFill>
              </a:defRPr>
            </a:lvl3pPr>
            <a:lvl4pPr marL="1828800" lvl="3" indent="-336550" algn="l">
              <a:lnSpc>
                <a:spcPct val="114000"/>
              </a:lnSpc>
              <a:spcBef>
                <a:spcPts val="500"/>
              </a:spcBef>
              <a:spcAft>
                <a:spcPts val="0"/>
              </a:spcAft>
              <a:buClr>
                <a:schemeClr val="lt1"/>
              </a:buClr>
              <a:buSzPts val="1700"/>
              <a:buChar char="•"/>
              <a:defRPr>
                <a:solidFill>
                  <a:schemeClr val="lt1"/>
                </a:solidFill>
              </a:defRPr>
            </a:lvl4pPr>
            <a:lvl5pPr marL="2286000" lvl="4" indent="-336550" algn="l">
              <a:lnSpc>
                <a:spcPct val="114000"/>
              </a:lnSpc>
              <a:spcBef>
                <a:spcPts val="500"/>
              </a:spcBef>
              <a:spcAft>
                <a:spcPts val="0"/>
              </a:spcAft>
              <a:buClr>
                <a:schemeClr val="lt1"/>
              </a:buClr>
              <a:buSzPts val="17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3" name="Google Shape;363;p60"/>
          <p:cNvSpPr txBox="1">
            <a:spLocks noGrp="1"/>
          </p:cNvSpPr>
          <p:nvPr>
            <p:ph type="dt" idx="10"/>
          </p:nvPr>
        </p:nvSpPr>
        <p:spPr>
          <a:xfrm>
            <a:off x="9355667" y="7006168"/>
            <a:ext cx="1591692" cy="365125"/>
          </a:xfrm>
          <a:prstGeom prst="rect">
            <a:avLst/>
          </a:prstGeom>
          <a:noFill/>
          <a:ln>
            <a:noFill/>
          </a:ln>
        </p:spPr>
        <p:txBody>
          <a:bodyPr spcFirstLastPara="1" wrap="square" lIns="0" tIns="0" rIns="0" bIns="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4" name="Google Shape;364;p60"/>
          <p:cNvSpPr txBox="1">
            <a:spLocks noGrp="1"/>
          </p:cNvSpPr>
          <p:nvPr>
            <p:ph type="ftr" idx="11"/>
          </p:nvPr>
        </p:nvSpPr>
        <p:spPr>
          <a:xfrm>
            <a:off x="3670318" y="7006168"/>
            <a:ext cx="4851401" cy="365125"/>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5" name="Google Shape;365;p60"/>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AU"/>
              <a:t>‹#›</a:t>
            </a:fld>
            <a:endParaRPr/>
          </a:p>
        </p:txBody>
      </p:sp>
      <p:pic>
        <p:nvPicPr>
          <p:cNvPr id="366" name="Google Shape;366;p60"/>
          <p:cNvPicPr preferRelativeResize="0"/>
          <p:nvPr/>
        </p:nvPicPr>
        <p:blipFill rotWithShape="1">
          <a:blip r:embed="rId3">
            <a:alphaModFix/>
          </a:blip>
          <a:srcRect/>
          <a:stretch/>
        </p:blipFill>
        <p:spPr>
          <a:xfrm>
            <a:off x="3600510" y="4803244"/>
            <a:ext cx="1514738" cy="439088"/>
          </a:xfrm>
          <a:prstGeom prst="rect">
            <a:avLst/>
          </a:prstGeom>
          <a:noFill/>
          <a:ln>
            <a:noFill/>
          </a:ln>
        </p:spPr>
      </p:pic>
    </p:spTree>
    <p:extLst>
      <p:ext uri="{BB962C8B-B14F-4D97-AF65-F5344CB8AC3E}">
        <p14:creationId xmlns:p14="http://schemas.microsoft.com/office/powerpoint/2010/main" val="3089227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93229" y="1087967"/>
            <a:ext cx="5564132" cy="602721"/>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700"/>
              <a:buFont typeface="Arial Narrow"/>
              <a:buNone/>
              <a:defRPr sz="2700" b="0" i="0" u="none" strike="noStrike" cap="none">
                <a:solidFill>
                  <a:schemeClr val="dk1"/>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2"/>
          <p:cNvSpPr txBox="1">
            <a:spLocks noGrp="1"/>
          </p:cNvSpPr>
          <p:nvPr>
            <p:ph type="body" idx="1"/>
          </p:nvPr>
        </p:nvSpPr>
        <p:spPr>
          <a:xfrm>
            <a:off x="893229" y="2778655"/>
            <a:ext cx="5564132" cy="2864378"/>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0"/>
              </a:spcBef>
              <a:spcAft>
                <a:spcPts val="0"/>
              </a:spcAft>
              <a:buClr>
                <a:schemeClr val="dk1"/>
              </a:buClr>
              <a:buSzPts val="1700"/>
              <a:buFont typeface="Arial"/>
              <a:buNone/>
              <a:defRPr sz="1700" b="0" i="0" u="none" strike="noStrike" cap="none">
                <a:solidFill>
                  <a:schemeClr val="dk1"/>
                </a:solidFill>
                <a:latin typeface="Arial Narrow"/>
                <a:ea typeface="Arial Narrow"/>
                <a:cs typeface="Arial Narrow"/>
                <a:sym typeface="Arial Narrow"/>
              </a:defRPr>
            </a:lvl1pPr>
            <a:lvl2pPr marL="914400" marR="0" lvl="1" indent="-314960" algn="l" rtl="0">
              <a:lnSpc>
                <a:spcPct val="114000"/>
              </a:lnSpc>
              <a:spcBef>
                <a:spcPts val="2400"/>
              </a:spcBef>
              <a:spcAft>
                <a:spcPts val="0"/>
              </a:spcAft>
              <a:buClr>
                <a:schemeClr val="dk1"/>
              </a:buClr>
              <a:buSzPts val="1360"/>
              <a:buFont typeface="Arial"/>
              <a:buChar char="•"/>
              <a:defRPr sz="1700" b="0" i="0" u="none" strike="noStrike" cap="none">
                <a:solidFill>
                  <a:schemeClr val="dk1"/>
                </a:solidFill>
                <a:latin typeface="Arial Narrow"/>
                <a:ea typeface="Arial Narrow"/>
                <a:cs typeface="Arial Narrow"/>
                <a:sym typeface="Arial Narrow"/>
              </a:defRPr>
            </a:lvl2pPr>
            <a:lvl3pPr marL="1371600" marR="0" lvl="2" indent="-317500" algn="l" rtl="0">
              <a:lnSpc>
                <a:spcPct val="114000"/>
              </a:lnSpc>
              <a:spcBef>
                <a:spcPts val="500"/>
              </a:spcBef>
              <a:spcAft>
                <a:spcPts val="0"/>
              </a:spcAft>
              <a:buClr>
                <a:schemeClr val="dk1"/>
              </a:buClr>
              <a:buSzPts val="1400"/>
              <a:buFont typeface="Arial Narrow"/>
              <a:buChar char="­"/>
              <a:defRPr sz="1400" b="0" i="0" u="none" strike="noStrike" cap="none">
                <a:solidFill>
                  <a:schemeClr val="dk1"/>
                </a:solidFill>
                <a:latin typeface="Arial Narrow"/>
                <a:ea typeface="Arial Narrow"/>
                <a:cs typeface="Arial Narrow"/>
                <a:sym typeface="Arial Narrow"/>
              </a:defRPr>
            </a:lvl3pPr>
            <a:lvl4pPr marL="1828800" marR="0" lvl="3" indent="-336550" algn="l" rtl="0">
              <a:lnSpc>
                <a:spcPct val="114000"/>
              </a:lnSpc>
              <a:spcBef>
                <a:spcPts val="500"/>
              </a:spcBef>
              <a:spcAft>
                <a:spcPts val="0"/>
              </a:spcAft>
              <a:buClr>
                <a:schemeClr val="dk1"/>
              </a:buClr>
              <a:buSzPts val="1700"/>
              <a:buFont typeface="Arial"/>
              <a:buChar char="•"/>
              <a:defRPr sz="1700" b="0" i="0" u="none" strike="noStrike" cap="none">
                <a:solidFill>
                  <a:schemeClr val="dk1"/>
                </a:solidFill>
                <a:latin typeface="Arial Narrow"/>
                <a:ea typeface="Arial Narrow"/>
                <a:cs typeface="Arial Narrow"/>
                <a:sym typeface="Arial Narrow"/>
              </a:defRPr>
            </a:lvl4pPr>
            <a:lvl5pPr marL="2286000" marR="0" lvl="4" indent="-336550" algn="l" rtl="0">
              <a:lnSpc>
                <a:spcPct val="114000"/>
              </a:lnSpc>
              <a:spcBef>
                <a:spcPts val="500"/>
              </a:spcBef>
              <a:spcAft>
                <a:spcPts val="0"/>
              </a:spcAft>
              <a:buClr>
                <a:schemeClr val="dk1"/>
              </a:buClr>
              <a:buSzPts val="1700"/>
              <a:buFont typeface="Arial"/>
              <a:buChar char="•"/>
              <a:defRPr sz="1700" b="0" i="0" u="none" strike="noStrike" cap="none">
                <a:solidFill>
                  <a:schemeClr val="dk1"/>
                </a:solidFill>
                <a:latin typeface="Arial Narrow"/>
                <a:ea typeface="Arial Narrow"/>
                <a:cs typeface="Arial Narrow"/>
                <a:sym typeface="Arial Narrow"/>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Narrow"/>
                <a:ea typeface="Arial Narrow"/>
                <a:cs typeface="Arial Narrow"/>
                <a:sym typeface="Arial Narrow"/>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Narrow"/>
                <a:ea typeface="Arial Narrow"/>
                <a:cs typeface="Arial Narrow"/>
                <a:sym typeface="Arial Narrow"/>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Narrow"/>
                <a:ea typeface="Arial Narrow"/>
                <a:cs typeface="Arial Narrow"/>
                <a:sym typeface="Arial Narrow"/>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Narrow"/>
                <a:ea typeface="Arial Narrow"/>
                <a:cs typeface="Arial Narrow"/>
                <a:sym typeface="Arial Narrow"/>
              </a:defRPr>
            </a:lvl9pPr>
          </a:lstStyle>
          <a:p>
            <a:endParaRPr/>
          </a:p>
        </p:txBody>
      </p:sp>
      <p:sp>
        <p:nvSpPr>
          <p:cNvPr id="12" name="Google Shape;12;p32"/>
          <p:cNvSpPr txBox="1">
            <a:spLocks noGrp="1"/>
          </p:cNvSpPr>
          <p:nvPr>
            <p:ph type="dt" idx="10"/>
          </p:nvPr>
        </p:nvSpPr>
        <p:spPr>
          <a:xfrm>
            <a:off x="9355667" y="7006168"/>
            <a:ext cx="1591692" cy="365125"/>
          </a:xfrm>
          <a:prstGeom prst="rect">
            <a:avLst/>
          </a:prstGeom>
          <a:noFill/>
          <a:ln>
            <a:noFill/>
          </a:ln>
        </p:spPr>
        <p:txBody>
          <a:bodyPr spcFirstLastPara="1" wrap="square" lIns="0" tIns="0" rIns="0" bIns="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9pPr>
          </a:lstStyle>
          <a:p>
            <a:endParaRPr/>
          </a:p>
        </p:txBody>
      </p:sp>
      <p:sp>
        <p:nvSpPr>
          <p:cNvPr id="13" name="Google Shape;13;p32"/>
          <p:cNvSpPr txBox="1">
            <a:spLocks noGrp="1"/>
          </p:cNvSpPr>
          <p:nvPr>
            <p:ph type="ftr" idx="11"/>
          </p:nvPr>
        </p:nvSpPr>
        <p:spPr>
          <a:xfrm>
            <a:off x="3670318" y="7006168"/>
            <a:ext cx="4851401" cy="365125"/>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Narrow"/>
                <a:ea typeface="Arial Narrow"/>
                <a:cs typeface="Arial Narrow"/>
                <a:sym typeface="Arial Narrow"/>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Narrow"/>
                <a:ea typeface="Arial Narrow"/>
                <a:cs typeface="Arial Narrow"/>
                <a:sym typeface="Arial Narrow"/>
              </a:defRPr>
            </a:lvl9pPr>
          </a:lstStyle>
          <a:p>
            <a:endParaRPr/>
          </a:p>
        </p:txBody>
      </p:sp>
      <p:sp>
        <p:nvSpPr>
          <p:cNvPr id="14" name="Google Shape;14;p32"/>
          <p:cNvSpPr txBox="1">
            <a:spLocks noGrp="1"/>
          </p:cNvSpPr>
          <p:nvPr>
            <p:ph type="sldNum" idx="12"/>
          </p:nvPr>
        </p:nvSpPr>
        <p:spPr>
          <a:xfrm>
            <a:off x="10985500" y="6148918"/>
            <a:ext cx="728132"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AU"/>
              <a:t>‹#›</a:t>
            </a:fld>
            <a:endParaRPr/>
          </a:p>
        </p:txBody>
      </p:sp>
      <p:pic>
        <p:nvPicPr>
          <p:cNvPr id="15" name="Google Shape;15;p32" descr="A picture containing symbol, logo, graphics, emblem&#10;&#10;Description automatically generated"/>
          <p:cNvPicPr preferRelativeResize="0"/>
          <p:nvPr/>
        </p:nvPicPr>
        <p:blipFill rotWithShape="1">
          <a:blip r:embed="rId6">
            <a:alphaModFix/>
          </a:blip>
          <a:srcRect/>
          <a:stretch/>
        </p:blipFill>
        <p:spPr>
          <a:xfrm>
            <a:off x="252791" y="5807600"/>
            <a:ext cx="1849074" cy="78951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8" r:id="rId1"/>
    <p:sldLayoutId id="2147483682" r:id="rId2"/>
    <p:sldLayoutId id="2147483683" r:id="rId3"/>
    <p:sldLayoutId id="2147483684"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gif"/><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gif"/><Relationship Id="rId4" Type="http://schemas.openxmlformats.org/officeDocument/2006/relationships/image" Target="../media/image16.gif"/></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mapshaper.org/"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21"/>
          <p:cNvSpPr txBox="1">
            <a:spLocks noGrp="1"/>
          </p:cNvSpPr>
          <p:nvPr>
            <p:ph type="ctrTitle"/>
          </p:nvPr>
        </p:nvSpPr>
        <p:spPr>
          <a:xfrm>
            <a:off x="1432800" y="1177779"/>
            <a:ext cx="4500032" cy="1870219"/>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lt1"/>
              </a:buClr>
              <a:buSzPts val="2300"/>
              <a:buFont typeface="Arial Narrow"/>
              <a:buNone/>
            </a:pPr>
            <a:r>
              <a:rPr lang="en-AU" dirty="0"/>
              <a:t>FIT3179 Studio Week8 </a:t>
            </a:r>
            <a:endParaRPr dirty="0"/>
          </a:p>
        </p:txBody>
      </p:sp>
      <p:sp>
        <p:nvSpPr>
          <p:cNvPr id="546" name="Google Shape;546;p21"/>
          <p:cNvSpPr txBox="1">
            <a:spLocks noGrp="1"/>
          </p:cNvSpPr>
          <p:nvPr>
            <p:ph type="body" idx="2"/>
          </p:nvPr>
        </p:nvSpPr>
        <p:spPr>
          <a:xfrm>
            <a:off x="1432800" y="3943350"/>
            <a:ext cx="4500563" cy="282575"/>
          </a:xfrm>
          <a:prstGeom prst="rect">
            <a:avLst/>
          </a:prstGeom>
          <a:noFill/>
          <a:ln>
            <a:noFill/>
          </a:ln>
        </p:spPr>
        <p:txBody>
          <a:bodyPr spcFirstLastPara="1" wrap="square" lIns="0" tIns="0" rIns="0" bIns="0" anchor="t" anchorCtr="0">
            <a:noAutofit/>
          </a:bodyPr>
          <a:lstStyle/>
          <a:p>
            <a:pPr marL="0" indent="0"/>
            <a:r>
              <a:rPr lang="en-AU" dirty="0"/>
              <a:t>Date: </a:t>
            </a:r>
            <a:r>
              <a:rPr lang="en-US" altLang="zh-CN" dirty="0"/>
              <a:t>13</a:t>
            </a:r>
            <a:r>
              <a:rPr lang="en-AU" dirty="0"/>
              <a:t>/9/2023  |  Presenter: </a:t>
            </a:r>
            <a:r>
              <a:rPr lang="en-AU" dirty="0">
                <a:effectLst/>
              </a:rPr>
              <a:t>Songhai (Frank) Fan</a:t>
            </a:r>
            <a:endParaRPr lang="en-AU" dirty="0"/>
          </a:p>
          <a:p>
            <a:pPr marL="0" lvl="0" indent="0" algn="l" rtl="0">
              <a:lnSpc>
                <a:spcPct val="114000"/>
              </a:lnSpc>
              <a:spcBef>
                <a:spcPts val="0"/>
              </a:spcBef>
              <a:spcAft>
                <a:spcPts val="0"/>
              </a:spcAft>
              <a:buClr>
                <a:schemeClr val="lt1"/>
              </a:buClr>
              <a:buSzPts val="1200"/>
              <a:buNone/>
            </a:pPr>
            <a:endParaRPr dirty="0"/>
          </a:p>
        </p:txBody>
      </p:sp>
      <p:sp>
        <p:nvSpPr>
          <p:cNvPr id="547" name="Google Shape;547;p21"/>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200"/>
              <a:buNone/>
            </a:pPr>
            <a:fld id="{00000000-1234-1234-1234-123412341234}" type="slidenum">
              <a:rPr lang="en-AU"/>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26"/>
          <p:cNvSpPr txBox="1">
            <a:spLocks noGrp="1"/>
          </p:cNvSpPr>
          <p:nvPr>
            <p:ph type="title"/>
          </p:nvPr>
        </p:nvSpPr>
        <p:spPr>
          <a:xfrm>
            <a:off x="893229" y="1087967"/>
            <a:ext cx="5460437" cy="602721"/>
          </a:xfrm>
          <a:prstGeom prst="rect">
            <a:avLst/>
          </a:prstGeom>
          <a:noFill/>
          <a:ln>
            <a:noFill/>
          </a:ln>
        </p:spPr>
        <p:txBody>
          <a:bodyPr spcFirstLastPara="1" wrap="square" lIns="0" tIns="0" rIns="0" bIns="0" anchor="t" anchorCtr="0">
            <a:noAutofit/>
          </a:bodyPr>
          <a:lstStyle/>
          <a:p>
            <a:pPr>
              <a:buSzPts val="2700"/>
            </a:pPr>
            <a:r>
              <a:rPr lang="en-AU" b="1" dirty="0"/>
              <a:t>Studio activities </a:t>
            </a:r>
            <a:r>
              <a:rPr lang="en-AU" dirty="0"/>
              <a:t>Agenda</a:t>
            </a:r>
          </a:p>
        </p:txBody>
      </p:sp>
      <p:sp>
        <p:nvSpPr>
          <p:cNvPr id="582" name="Google Shape;582;p26"/>
          <p:cNvSpPr txBox="1">
            <a:spLocks noGrp="1"/>
          </p:cNvSpPr>
          <p:nvPr>
            <p:ph type="body" idx="1"/>
          </p:nvPr>
        </p:nvSpPr>
        <p:spPr>
          <a:xfrm>
            <a:off x="893229" y="2380120"/>
            <a:ext cx="5460437" cy="2864378"/>
          </a:xfrm>
          <a:prstGeom prst="rect">
            <a:avLst/>
          </a:prstGeom>
          <a:noFill/>
          <a:ln>
            <a:noFill/>
          </a:ln>
        </p:spPr>
        <p:txBody>
          <a:bodyPr spcFirstLastPara="1" wrap="square" lIns="0" tIns="0" rIns="0" bIns="0" anchor="t" anchorCtr="0">
            <a:noAutofit/>
          </a:bodyPr>
          <a:lstStyle/>
          <a:p>
            <a:pPr marL="571500" indent="-342900">
              <a:buFont typeface="+mj-lt"/>
              <a:buAutoNum type="arabicPeriod"/>
            </a:pPr>
            <a:r>
              <a:rPr lang="en-AU" dirty="0">
                <a:effectLst/>
              </a:rPr>
              <a:t>Introduction to Spatial Data Formats</a:t>
            </a:r>
          </a:p>
          <a:p>
            <a:pPr marL="571500" indent="-342900">
              <a:buFont typeface="+mj-lt"/>
              <a:buAutoNum type="arabicPeriod"/>
            </a:pPr>
            <a:r>
              <a:rPr lang="en-AU" dirty="0">
                <a:effectLst/>
              </a:rPr>
              <a:t>Visualisation 2 Assignment Discussion</a:t>
            </a:r>
          </a:p>
          <a:p>
            <a:pPr marL="571500" indent="-342900">
              <a:buFont typeface="+mj-lt"/>
              <a:buAutoNum type="arabicPeriod"/>
            </a:pPr>
            <a:r>
              <a:rPr lang="en-US" dirty="0">
                <a:effectLst/>
              </a:rPr>
              <a:t>P</a:t>
            </a:r>
            <a:r>
              <a:rPr lang="en-AU" dirty="0">
                <a:effectLst/>
              </a:rPr>
              <a:t>ractice : Obtaining Spatial Data</a:t>
            </a:r>
          </a:p>
          <a:p>
            <a:pPr marL="571500" indent="-342900">
              <a:buFont typeface="+mj-lt"/>
              <a:buAutoNum type="arabicPeriod"/>
            </a:pPr>
            <a:r>
              <a:rPr lang="en-US" dirty="0">
                <a:effectLst/>
              </a:rPr>
              <a:t>P</a:t>
            </a:r>
            <a:r>
              <a:rPr lang="en-AU" dirty="0">
                <a:effectLst/>
              </a:rPr>
              <a:t>ractice : Proportional Symbol Maps</a:t>
            </a:r>
          </a:p>
          <a:p>
            <a:pPr marL="571500" indent="-342900">
              <a:buFont typeface="+mj-lt"/>
              <a:buAutoNum type="arabicPeriod"/>
            </a:pPr>
            <a:r>
              <a:rPr lang="en-US" dirty="0">
                <a:effectLst/>
              </a:rPr>
              <a:t>P</a:t>
            </a:r>
            <a:r>
              <a:rPr lang="en-AU" dirty="0">
                <a:effectLst/>
              </a:rPr>
              <a:t>ractice : Choropleth Maps</a:t>
            </a:r>
          </a:p>
          <a:p>
            <a:pPr marL="571500" indent="-342900">
              <a:buFont typeface="+mj-lt"/>
              <a:buAutoNum type="arabicPeriod"/>
            </a:pPr>
            <a:r>
              <a:rPr lang="en-AU" dirty="0">
                <a:effectLst/>
              </a:rPr>
              <a:t>Reminders</a:t>
            </a:r>
          </a:p>
        </p:txBody>
      </p:sp>
      <p:pic>
        <p:nvPicPr>
          <p:cNvPr id="583" name="Google Shape;583;p26" descr="A screenshot of a cell phone&#10;&#10;Description automatically generated with low confidence"/>
          <p:cNvPicPr preferRelativeResize="0">
            <a:picLocks noGrp="1"/>
          </p:cNvPicPr>
          <p:nvPr>
            <p:ph type="pic" idx="2"/>
          </p:nvPr>
        </p:nvPicPr>
        <p:blipFill rotWithShape="1">
          <a:blip r:embed="rId3">
            <a:alphaModFix/>
          </a:blip>
          <a:srcRect l="46" r="46"/>
          <a:stretch/>
        </p:blipFill>
        <p:spPr>
          <a:xfrm>
            <a:off x="8258175" y="0"/>
            <a:ext cx="3933825" cy="6858000"/>
          </a:xfrm>
          <a:prstGeom prst="rect">
            <a:avLst/>
          </a:prstGeom>
          <a:solidFill>
            <a:srgbClr val="D8D8D8"/>
          </a:solidFill>
          <a:ln>
            <a:noFill/>
          </a:ln>
        </p:spPr>
      </p:pic>
      <p:sp>
        <p:nvSpPr>
          <p:cNvPr id="585" name="Google Shape;585;p26"/>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200"/>
              <a:buNone/>
            </a:pPr>
            <a:fld id="{00000000-1234-1234-1234-123412341234}" type="slidenum">
              <a:rPr lang="en-AU"/>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3</a:t>
            </a:fld>
            <a:endParaRPr lang="en-AU"/>
          </a:p>
        </p:txBody>
      </p:sp>
      <p:pic>
        <p:nvPicPr>
          <p:cNvPr id="9" name="Picture 8" descr="A screenshot of a computer screen&#10;&#10;Description automatically generated">
            <a:extLst>
              <a:ext uri="{FF2B5EF4-FFF2-40B4-BE49-F238E27FC236}">
                <a16:creationId xmlns:a16="http://schemas.microsoft.com/office/drawing/2014/main" id="{6F3CFF13-E884-F693-4DF9-A0D4219B6A48}"/>
              </a:ext>
            </a:extLst>
          </p:cNvPr>
          <p:cNvPicPr>
            <a:picLocks noChangeAspect="1"/>
          </p:cNvPicPr>
          <p:nvPr/>
        </p:nvPicPr>
        <p:blipFill>
          <a:blip r:embed="rId3"/>
          <a:stretch>
            <a:fillRect/>
          </a:stretch>
        </p:blipFill>
        <p:spPr>
          <a:xfrm>
            <a:off x="893229" y="1706011"/>
            <a:ext cx="4466526" cy="4268014"/>
          </a:xfrm>
          <a:prstGeom prst="rect">
            <a:avLst/>
          </a:prstGeom>
        </p:spPr>
      </p:pic>
      <p:pic>
        <p:nvPicPr>
          <p:cNvPr id="1034" name="Picture 10" descr="Geospatial Solutions Expert: Difference between GeoJSON and TopoJSON">
            <a:extLst>
              <a:ext uri="{FF2B5EF4-FFF2-40B4-BE49-F238E27FC236}">
                <a16:creationId xmlns:a16="http://schemas.microsoft.com/office/drawing/2014/main" id="{ED808B8A-693D-59C3-0CDF-E95DB4013A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7510" y="1253140"/>
            <a:ext cx="5072056" cy="494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78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4</a:t>
            </a:fld>
            <a:endParaRPr lang="en-AU"/>
          </a:p>
        </p:txBody>
      </p:sp>
      <p:pic>
        <p:nvPicPr>
          <p:cNvPr id="1032" name="Picture 8" descr="What Is Geospatial Data? | Pure Storage">
            <a:extLst>
              <a:ext uri="{FF2B5EF4-FFF2-40B4-BE49-F238E27FC236}">
                <a16:creationId xmlns:a16="http://schemas.microsoft.com/office/drawing/2014/main" id="{1CB450D1-5392-8593-AE41-4069A50CD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7434693" y="2117870"/>
            <a:ext cx="6875179" cy="263943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SA States Zipcodes and County Map Boundaries Free to download">
            <a:extLst>
              <a:ext uri="{FF2B5EF4-FFF2-40B4-BE49-F238E27FC236}">
                <a16:creationId xmlns:a16="http://schemas.microsoft.com/office/drawing/2014/main" id="{ECD8F7EF-916E-05EF-987F-5C545219698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1863"/>
          <a:stretch/>
        </p:blipFill>
        <p:spPr bwMode="auto">
          <a:xfrm>
            <a:off x="1375652" y="2647956"/>
            <a:ext cx="4788997" cy="1328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021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5</a:t>
            </a:fld>
            <a:endParaRPr lang="en-AU"/>
          </a:p>
        </p:txBody>
      </p:sp>
      <p:pic>
        <p:nvPicPr>
          <p:cNvPr id="1032" name="Picture 8" descr="What Is Geospatial Data? | Pure Storage">
            <a:extLst>
              <a:ext uri="{FF2B5EF4-FFF2-40B4-BE49-F238E27FC236}">
                <a16:creationId xmlns:a16="http://schemas.microsoft.com/office/drawing/2014/main" id="{1CB450D1-5392-8593-AE41-4069A50CD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7434693" y="2117870"/>
            <a:ext cx="6875179" cy="26394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2B7CC4D-9BAE-0450-B36B-1F5C8CEC8646}"/>
              </a:ext>
            </a:extLst>
          </p:cNvPr>
          <p:cNvPicPr>
            <a:picLocks noChangeAspect="1"/>
          </p:cNvPicPr>
          <p:nvPr/>
        </p:nvPicPr>
        <p:blipFill>
          <a:blip r:embed="rId4"/>
          <a:stretch>
            <a:fillRect/>
          </a:stretch>
        </p:blipFill>
        <p:spPr>
          <a:xfrm>
            <a:off x="974389" y="1945531"/>
            <a:ext cx="5519972" cy="3239311"/>
          </a:xfrm>
          <a:prstGeom prst="rect">
            <a:avLst/>
          </a:prstGeom>
        </p:spPr>
      </p:pic>
    </p:spTree>
    <p:extLst>
      <p:ext uri="{BB962C8B-B14F-4D97-AF65-F5344CB8AC3E}">
        <p14:creationId xmlns:p14="http://schemas.microsoft.com/office/powerpoint/2010/main" val="19347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6</a:t>
            </a:fld>
            <a:endParaRPr lang="en-AU"/>
          </a:p>
        </p:txBody>
      </p:sp>
      <p:pic>
        <p:nvPicPr>
          <p:cNvPr id="4" name="Picture 3">
            <a:extLst>
              <a:ext uri="{FF2B5EF4-FFF2-40B4-BE49-F238E27FC236}">
                <a16:creationId xmlns:a16="http://schemas.microsoft.com/office/drawing/2014/main" id="{92B7CC4D-9BAE-0450-B36B-1F5C8CEC8646}"/>
              </a:ext>
            </a:extLst>
          </p:cNvPr>
          <p:cNvPicPr>
            <a:picLocks noChangeAspect="1"/>
          </p:cNvPicPr>
          <p:nvPr/>
        </p:nvPicPr>
        <p:blipFill>
          <a:blip r:embed="rId3"/>
          <a:stretch>
            <a:fillRect/>
          </a:stretch>
        </p:blipFill>
        <p:spPr>
          <a:xfrm>
            <a:off x="974389" y="1945531"/>
            <a:ext cx="5519972" cy="3239311"/>
          </a:xfrm>
          <a:prstGeom prst="rect">
            <a:avLst/>
          </a:prstGeom>
        </p:spPr>
      </p:pic>
      <p:pic>
        <p:nvPicPr>
          <p:cNvPr id="6" name="Picture 5" descr="A computer screen shot of a computer code&#10;&#10;Description automatically generated">
            <a:extLst>
              <a:ext uri="{FF2B5EF4-FFF2-40B4-BE49-F238E27FC236}">
                <a16:creationId xmlns:a16="http://schemas.microsoft.com/office/drawing/2014/main" id="{820D5E70-30C6-3B94-303A-D871E110D981}"/>
              </a:ext>
            </a:extLst>
          </p:cNvPr>
          <p:cNvPicPr>
            <a:picLocks noChangeAspect="1"/>
          </p:cNvPicPr>
          <p:nvPr/>
        </p:nvPicPr>
        <p:blipFill>
          <a:blip r:embed="rId4"/>
          <a:stretch>
            <a:fillRect/>
          </a:stretch>
        </p:blipFill>
        <p:spPr>
          <a:xfrm>
            <a:off x="6971882" y="2069019"/>
            <a:ext cx="4527742" cy="2719962"/>
          </a:xfrm>
          <a:prstGeom prst="rect">
            <a:avLst/>
          </a:prstGeom>
        </p:spPr>
      </p:pic>
      <p:sp>
        <p:nvSpPr>
          <p:cNvPr id="7" name="TextBox 6">
            <a:extLst>
              <a:ext uri="{FF2B5EF4-FFF2-40B4-BE49-F238E27FC236}">
                <a16:creationId xmlns:a16="http://schemas.microsoft.com/office/drawing/2014/main" id="{D73FCF15-C64B-510A-D9D4-BC6EE08FE215}"/>
              </a:ext>
            </a:extLst>
          </p:cNvPr>
          <p:cNvSpPr txBox="1"/>
          <p:nvPr/>
        </p:nvSpPr>
        <p:spPr>
          <a:xfrm>
            <a:off x="8492247" y="4877065"/>
            <a:ext cx="1002197" cy="307777"/>
          </a:xfrm>
          <a:prstGeom prst="rect">
            <a:avLst/>
          </a:prstGeom>
          <a:noFill/>
        </p:spPr>
        <p:txBody>
          <a:bodyPr wrap="none" rtlCol="0">
            <a:spAutoFit/>
          </a:bodyPr>
          <a:lstStyle/>
          <a:p>
            <a:r>
              <a:rPr lang="en-AU" dirty="0" err="1"/>
              <a:t>GeoJSON</a:t>
            </a:r>
            <a:endParaRPr lang="en-AU" dirty="0"/>
          </a:p>
        </p:txBody>
      </p:sp>
    </p:spTree>
    <p:extLst>
      <p:ext uri="{BB962C8B-B14F-4D97-AF65-F5344CB8AC3E}">
        <p14:creationId xmlns:p14="http://schemas.microsoft.com/office/powerpoint/2010/main" val="3735600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7</a:t>
            </a:fld>
            <a:endParaRPr lang="en-AU"/>
          </a:p>
        </p:txBody>
      </p:sp>
      <p:pic>
        <p:nvPicPr>
          <p:cNvPr id="4" name="Picture 3">
            <a:extLst>
              <a:ext uri="{FF2B5EF4-FFF2-40B4-BE49-F238E27FC236}">
                <a16:creationId xmlns:a16="http://schemas.microsoft.com/office/drawing/2014/main" id="{92B7CC4D-9BAE-0450-B36B-1F5C8CEC8646}"/>
              </a:ext>
            </a:extLst>
          </p:cNvPr>
          <p:cNvPicPr>
            <a:picLocks noChangeAspect="1"/>
          </p:cNvPicPr>
          <p:nvPr/>
        </p:nvPicPr>
        <p:blipFill>
          <a:blip r:embed="rId3"/>
          <a:stretch>
            <a:fillRect/>
          </a:stretch>
        </p:blipFill>
        <p:spPr>
          <a:xfrm>
            <a:off x="974389" y="1945531"/>
            <a:ext cx="5519972" cy="3239311"/>
          </a:xfrm>
          <a:prstGeom prst="rect">
            <a:avLst/>
          </a:prstGeom>
        </p:spPr>
      </p:pic>
      <p:pic>
        <p:nvPicPr>
          <p:cNvPr id="6" name="Picture 5" descr="A computer screen shot of a computer code&#10;&#10;Description automatically generated">
            <a:extLst>
              <a:ext uri="{FF2B5EF4-FFF2-40B4-BE49-F238E27FC236}">
                <a16:creationId xmlns:a16="http://schemas.microsoft.com/office/drawing/2014/main" id="{820D5E70-30C6-3B94-303A-D871E110D981}"/>
              </a:ext>
            </a:extLst>
          </p:cNvPr>
          <p:cNvPicPr>
            <a:picLocks noChangeAspect="1"/>
          </p:cNvPicPr>
          <p:nvPr/>
        </p:nvPicPr>
        <p:blipFill>
          <a:blip r:embed="rId4"/>
          <a:stretch>
            <a:fillRect/>
          </a:stretch>
        </p:blipFill>
        <p:spPr>
          <a:xfrm>
            <a:off x="6721607" y="398801"/>
            <a:ext cx="4527742" cy="2719962"/>
          </a:xfrm>
          <a:prstGeom prst="rect">
            <a:avLst/>
          </a:prstGeom>
        </p:spPr>
      </p:pic>
      <p:pic>
        <p:nvPicPr>
          <p:cNvPr id="7" name="Picture 6" descr="A computer screen shot of a computer code&#10;&#10;Description automatically generated">
            <a:extLst>
              <a:ext uri="{FF2B5EF4-FFF2-40B4-BE49-F238E27FC236}">
                <a16:creationId xmlns:a16="http://schemas.microsoft.com/office/drawing/2014/main" id="{E0EE72AE-750C-D6FC-4326-6304DFA2058F}"/>
              </a:ext>
            </a:extLst>
          </p:cNvPr>
          <p:cNvPicPr>
            <a:picLocks noChangeAspect="1"/>
          </p:cNvPicPr>
          <p:nvPr/>
        </p:nvPicPr>
        <p:blipFill>
          <a:blip r:embed="rId5"/>
          <a:stretch>
            <a:fillRect/>
          </a:stretch>
        </p:blipFill>
        <p:spPr>
          <a:xfrm>
            <a:off x="6721607" y="3565186"/>
            <a:ext cx="5172512" cy="2719962"/>
          </a:xfrm>
          <a:prstGeom prst="rect">
            <a:avLst/>
          </a:prstGeom>
        </p:spPr>
      </p:pic>
      <p:sp>
        <p:nvSpPr>
          <p:cNvPr id="12" name="TextBox 11">
            <a:extLst>
              <a:ext uri="{FF2B5EF4-FFF2-40B4-BE49-F238E27FC236}">
                <a16:creationId xmlns:a16="http://schemas.microsoft.com/office/drawing/2014/main" id="{D0E8ADE8-2D18-A8F4-9730-3493C780F9E1}"/>
              </a:ext>
            </a:extLst>
          </p:cNvPr>
          <p:cNvSpPr txBox="1"/>
          <p:nvPr/>
        </p:nvSpPr>
        <p:spPr>
          <a:xfrm>
            <a:off x="8484379" y="3157600"/>
            <a:ext cx="1002197" cy="307777"/>
          </a:xfrm>
          <a:prstGeom prst="rect">
            <a:avLst/>
          </a:prstGeom>
          <a:noFill/>
        </p:spPr>
        <p:txBody>
          <a:bodyPr wrap="none" rtlCol="0">
            <a:spAutoFit/>
          </a:bodyPr>
          <a:lstStyle/>
          <a:p>
            <a:r>
              <a:rPr lang="en-AU" dirty="0" err="1"/>
              <a:t>GeoJSON</a:t>
            </a:r>
            <a:endParaRPr lang="en-AU" dirty="0"/>
          </a:p>
        </p:txBody>
      </p:sp>
      <p:sp>
        <p:nvSpPr>
          <p:cNvPr id="13" name="TextBox 12">
            <a:extLst>
              <a:ext uri="{FF2B5EF4-FFF2-40B4-BE49-F238E27FC236}">
                <a16:creationId xmlns:a16="http://schemas.microsoft.com/office/drawing/2014/main" id="{73E12522-69E8-E2C0-073E-CA256E61453B}"/>
              </a:ext>
            </a:extLst>
          </p:cNvPr>
          <p:cNvSpPr txBox="1"/>
          <p:nvPr/>
        </p:nvSpPr>
        <p:spPr>
          <a:xfrm>
            <a:off x="8484379" y="6384957"/>
            <a:ext cx="1071127" cy="307777"/>
          </a:xfrm>
          <a:prstGeom prst="rect">
            <a:avLst/>
          </a:prstGeom>
          <a:noFill/>
        </p:spPr>
        <p:txBody>
          <a:bodyPr wrap="none" rtlCol="0">
            <a:spAutoFit/>
          </a:bodyPr>
          <a:lstStyle/>
          <a:p>
            <a:r>
              <a:rPr lang="en-AU" dirty="0"/>
              <a:t>TopoJSON</a:t>
            </a:r>
          </a:p>
        </p:txBody>
      </p:sp>
    </p:spTree>
    <p:extLst>
      <p:ext uri="{BB962C8B-B14F-4D97-AF65-F5344CB8AC3E}">
        <p14:creationId xmlns:p14="http://schemas.microsoft.com/office/powerpoint/2010/main" val="237878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Introduction to Spatial Data Formats</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8</a:t>
            </a:fld>
            <a:endParaRPr lang="en-AU"/>
          </a:p>
        </p:txBody>
      </p:sp>
      <p:pic>
        <p:nvPicPr>
          <p:cNvPr id="8" name="Picture 7" descr="A white paper with black text&#10;&#10;Description automatically generated">
            <a:extLst>
              <a:ext uri="{FF2B5EF4-FFF2-40B4-BE49-F238E27FC236}">
                <a16:creationId xmlns:a16="http://schemas.microsoft.com/office/drawing/2014/main" id="{92C7C2CB-A38D-0913-E019-8C552F429EA8}"/>
              </a:ext>
            </a:extLst>
          </p:cNvPr>
          <p:cNvPicPr>
            <a:picLocks noChangeAspect="1"/>
          </p:cNvPicPr>
          <p:nvPr/>
        </p:nvPicPr>
        <p:blipFill>
          <a:blip r:embed="rId3"/>
          <a:stretch>
            <a:fillRect/>
          </a:stretch>
        </p:blipFill>
        <p:spPr>
          <a:xfrm>
            <a:off x="531778" y="2024249"/>
            <a:ext cx="5065268" cy="3005847"/>
          </a:xfrm>
          <a:prstGeom prst="rect">
            <a:avLst/>
          </a:prstGeom>
        </p:spPr>
      </p:pic>
      <p:pic>
        <p:nvPicPr>
          <p:cNvPr id="10" name="Picture 9" descr="A screen shot of a whiteboard&#10;&#10;Description automatically generated">
            <a:extLst>
              <a:ext uri="{FF2B5EF4-FFF2-40B4-BE49-F238E27FC236}">
                <a16:creationId xmlns:a16="http://schemas.microsoft.com/office/drawing/2014/main" id="{1319E222-75A9-54D2-6EC4-9143B320D483}"/>
              </a:ext>
            </a:extLst>
          </p:cNvPr>
          <p:cNvPicPr>
            <a:picLocks noChangeAspect="1"/>
          </p:cNvPicPr>
          <p:nvPr/>
        </p:nvPicPr>
        <p:blipFill>
          <a:blip r:embed="rId4"/>
          <a:stretch>
            <a:fillRect/>
          </a:stretch>
        </p:blipFill>
        <p:spPr>
          <a:xfrm>
            <a:off x="5757003" y="2024248"/>
            <a:ext cx="5653542" cy="3012743"/>
          </a:xfrm>
          <a:prstGeom prst="rect">
            <a:avLst/>
          </a:prstGeom>
        </p:spPr>
      </p:pic>
    </p:spTree>
    <p:extLst>
      <p:ext uri="{BB962C8B-B14F-4D97-AF65-F5344CB8AC3E}">
        <p14:creationId xmlns:p14="http://schemas.microsoft.com/office/powerpoint/2010/main" val="770804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TopoJSON</a:t>
            </a:r>
            <a:br>
              <a:rPr lang="en-AU" dirty="0"/>
            </a:b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9</a:t>
            </a:fld>
            <a:endParaRPr lang="en-AU"/>
          </a:p>
        </p:txBody>
      </p:sp>
      <p:pic>
        <p:nvPicPr>
          <p:cNvPr id="4" name="Picture 3" descr="A pink and white map&#10;&#10;Description automatically generated">
            <a:extLst>
              <a:ext uri="{FF2B5EF4-FFF2-40B4-BE49-F238E27FC236}">
                <a16:creationId xmlns:a16="http://schemas.microsoft.com/office/drawing/2014/main" id="{7692437A-907B-DF01-D29F-DA41DF36F3F5}"/>
              </a:ext>
            </a:extLst>
          </p:cNvPr>
          <p:cNvPicPr>
            <a:picLocks noChangeAspect="1"/>
          </p:cNvPicPr>
          <p:nvPr/>
        </p:nvPicPr>
        <p:blipFill>
          <a:blip r:embed="rId3"/>
          <a:stretch>
            <a:fillRect/>
          </a:stretch>
        </p:blipFill>
        <p:spPr>
          <a:xfrm>
            <a:off x="7299436" y="2923975"/>
            <a:ext cx="4414196" cy="2207098"/>
          </a:xfrm>
          <a:prstGeom prst="rect">
            <a:avLst/>
          </a:prstGeom>
        </p:spPr>
      </p:pic>
      <p:pic>
        <p:nvPicPr>
          <p:cNvPr id="15" name="Picture 14" descr="A map of the world&#10;&#10;Description automatically generated">
            <a:extLst>
              <a:ext uri="{FF2B5EF4-FFF2-40B4-BE49-F238E27FC236}">
                <a16:creationId xmlns:a16="http://schemas.microsoft.com/office/drawing/2014/main" id="{FABABB78-52B8-2613-0268-C6686A371F2E}"/>
              </a:ext>
            </a:extLst>
          </p:cNvPr>
          <p:cNvPicPr>
            <a:picLocks noChangeAspect="1"/>
          </p:cNvPicPr>
          <p:nvPr/>
        </p:nvPicPr>
        <p:blipFill>
          <a:blip r:embed="rId4"/>
          <a:stretch>
            <a:fillRect/>
          </a:stretch>
        </p:blipFill>
        <p:spPr>
          <a:xfrm>
            <a:off x="7205799" y="286045"/>
            <a:ext cx="4507833" cy="2242647"/>
          </a:xfrm>
          <a:prstGeom prst="rect">
            <a:avLst/>
          </a:prstGeom>
        </p:spPr>
      </p:pic>
      <p:sp>
        <p:nvSpPr>
          <p:cNvPr id="17" name="TextBox 16">
            <a:extLst>
              <a:ext uri="{FF2B5EF4-FFF2-40B4-BE49-F238E27FC236}">
                <a16:creationId xmlns:a16="http://schemas.microsoft.com/office/drawing/2014/main" id="{7453775F-DE69-E324-47C4-F8666E6C8EEC}"/>
              </a:ext>
            </a:extLst>
          </p:cNvPr>
          <p:cNvSpPr txBox="1"/>
          <p:nvPr/>
        </p:nvSpPr>
        <p:spPr>
          <a:xfrm>
            <a:off x="2298159" y="5979402"/>
            <a:ext cx="6094378" cy="307777"/>
          </a:xfrm>
          <a:prstGeom prst="rect">
            <a:avLst/>
          </a:prstGeom>
          <a:noFill/>
        </p:spPr>
        <p:txBody>
          <a:bodyPr wrap="square">
            <a:spAutoFit/>
          </a:bodyPr>
          <a:lstStyle/>
          <a:p>
            <a:r>
              <a:rPr lang="en-AU" dirty="0"/>
              <a:t>https://</a:t>
            </a:r>
            <a:r>
              <a:rPr lang="en-AU" dirty="0" err="1"/>
              <a:t>observablehq.com</a:t>
            </a:r>
            <a:r>
              <a:rPr lang="en-AU" dirty="0"/>
              <a:t>/@</a:t>
            </a:r>
            <a:r>
              <a:rPr lang="en-AU" dirty="0" err="1"/>
              <a:t>neocartocnrs</a:t>
            </a:r>
            <a:r>
              <a:rPr lang="en-AU" dirty="0"/>
              <a:t>/cheat-sheet-</a:t>
            </a:r>
            <a:r>
              <a:rPr lang="en-AU" dirty="0" err="1"/>
              <a:t>topojson</a:t>
            </a:r>
            <a:endParaRPr lang="en-AU" dirty="0"/>
          </a:p>
        </p:txBody>
      </p:sp>
      <p:pic>
        <p:nvPicPr>
          <p:cNvPr id="27" name="Picture 26" descr="A map of the united states&#10;&#10;Description automatically generated">
            <a:extLst>
              <a:ext uri="{FF2B5EF4-FFF2-40B4-BE49-F238E27FC236}">
                <a16:creationId xmlns:a16="http://schemas.microsoft.com/office/drawing/2014/main" id="{83D47E43-9DC8-1BD7-D71B-9A03B25F2293}"/>
              </a:ext>
            </a:extLst>
          </p:cNvPr>
          <p:cNvPicPr>
            <a:picLocks noChangeAspect="1"/>
          </p:cNvPicPr>
          <p:nvPr/>
        </p:nvPicPr>
        <p:blipFill>
          <a:blip r:embed="rId5"/>
          <a:stretch>
            <a:fillRect/>
          </a:stretch>
        </p:blipFill>
        <p:spPr>
          <a:xfrm>
            <a:off x="3095278" y="307688"/>
            <a:ext cx="3596767" cy="2221004"/>
          </a:xfrm>
          <a:prstGeom prst="rect">
            <a:avLst/>
          </a:prstGeom>
        </p:spPr>
      </p:pic>
      <p:pic>
        <p:nvPicPr>
          <p:cNvPr id="29" name="Picture 28" descr="A map of the united states&#10;&#10;Description automatically generated">
            <a:extLst>
              <a:ext uri="{FF2B5EF4-FFF2-40B4-BE49-F238E27FC236}">
                <a16:creationId xmlns:a16="http://schemas.microsoft.com/office/drawing/2014/main" id="{C673A8A1-516C-990A-1D00-078EC7942C42}"/>
              </a:ext>
            </a:extLst>
          </p:cNvPr>
          <p:cNvPicPr>
            <a:picLocks noChangeAspect="1"/>
          </p:cNvPicPr>
          <p:nvPr/>
        </p:nvPicPr>
        <p:blipFill>
          <a:blip r:embed="rId6"/>
          <a:stretch>
            <a:fillRect/>
          </a:stretch>
        </p:blipFill>
        <p:spPr>
          <a:xfrm>
            <a:off x="2801356" y="2745338"/>
            <a:ext cx="3944190" cy="2533183"/>
          </a:xfrm>
          <a:prstGeom prst="rect">
            <a:avLst/>
          </a:prstGeom>
        </p:spPr>
      </p:pic>
      <p:sp>
        <p:nvSpPr>
          <p:cNvPr id="31" name="TextBox 30">
            <a:extLst>
              <a:ext uri="{FF2B5EF4-FFF2-40B4-BE49-F238E27FC236}">
                <a16:creationId xmlns:a16="http://schemas.microsoft.com/office/drawing/2014/main" id="{A737D14C-3EC6-35A7-6951-C76C0328CDFC}"/>
              </a:ext>
            </a:extLst>
          </p:cNvPr>
          <p:cNvSpPr txBox="1"/>
          <p:nvPr/>
        </p:nvSpPr>
        <p:spPr>
          <a:xfrm>
            <a:off x="2298159" y="6264178"/>
            <a:ext cx="6094378" cy="307777"/>
          </a:xfrm>
          <a:prstGeom prst="rect">
            <a:avLst/>
          </a:prstGeom>
          <a:noFill/>
        </p:spPr>
        <p:txBody>
          <a:bodyPr wrap="square">
            <a:spAutoFit/>
          </a:bodyPr>
          <a:lstStyle/>
          <a:p>
            <a:r>
              <a:rPr lang="en-AU" dirty="0"/>
              <a:t>https://</a:t>
            </a:r>
            <a:r>
              <a:rPr lang="en-AU" dirty="0" err="1"/>
              <a:t>observablehq.com</a:t>
            </a:r>
            <a:r>
              <a:rPr lang="en-AU" dirty="0"/>
              <a:t>/@</a:t>
            </a:r>
            <a:r>
              <a:rPr lang="en-AU" dirty="0" err="1"/>
              <a:t>spattana</a:t>
            </a:r>
            <a:r>
              <a:rPr lang="en-AU" dirty="0"/>
              <a:t>/</a:t>
            </a:r>
            <a:r>
              <a:rPr lang="en-AU" dirty="0" err="1"/>
              <a:t>topojson</a:t>
            </a:r>
            <a:r>
              <a:rPr lang="en-AU" dirty="0"/>
              <a:t>-and-</a:t>
            </a:r>
            <a:r>
              <a:rPr lang="en-AU" dirty="0" err="1"/>
              <a:t>geovisualization</a:t>
            </a:r>
            <a:endParaRPr lang="en-AU" dirty="0"/>
          </a:p>
        </p:txBody>
      </p:sp>
      <p:pic>
        <p:nvPicPr>
          <p:cNvPr id="32" name="Picture 31" descr="The Topology Series - SOUL OF MATHEMATICS">
            <a:extLst>
              <a:ext uri="{FF2B5EF4-FFF2-40B4-BE49-F238E27FC236}">
                <a16:creationId xmlns:a16="http://schemas.microsoft.com/office/drawing/2014/main" id="{087ADE13-76D0-0AA8-2E53-0E4028D927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15" y="162634"/>
            <a:ext cx="1468435" cy="1101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53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6F22C-3DE1-2BD1-DA4F-F1C0C7F921B1}"/>
              </a:ext>
            </a:extLst>
          </p:cNvPr>
          <p:cNvSpPr>
            <a:spLocks noGrp="1"/>
          </p:cNvSpPr>
          <p:nvPr>
            <p:ph type="ctrTitle"/>
          </p:nvPr>
        </p:nvSpPr>
        <p:spPr>
          <a:xfrm>
            <a:off x="481442" y="1597722"/>
            <a:ext cx="7408662" cy="2582447"/>
          </a:xfrm>
        </p:spPr>
        <p:txBody>
          <a:bodyPr/>
          <a:lstStyle/>
          <a:p>
            <a:r>
              <a:rPr lang="en-AU" sz="3600" dirty="0">
                <a:effectLst/>
              </a:rPr>
              <a:t>Visualisation 2 Assignment Discussion</a:t>
            </a:r>
            <a:br>
              <a:rPr lang="en-AU" sz="3600" dirty="0">
                <a:effectLst/>
              </a:rPr>
            </a:br>
            <a:r>
              <a:rPr lang="en-AU" sz="4400" dirty="0">
                <a:effectLst/>
              </a:rPr>
              <a:t>(</a:t>
            </a:r>
            <a:r>
              <a:rPr lang="en-US" altLang="zh-CN" sz="4400" dirty="0">
                <a:effectLst/>
              </a:rPr>
              <a:t>45</a:t>
            </a:r>
            <a:r>
              <a:rPr lang="zh-CN" altLang="en-US" sz="4400" dirty="0">
                <a:effectLst/>
              </a:rPr>
              <a:t>～</a:t>
            </a:r>
            <a:r>
              <a:rPr lang="en-AU" sz="4400" dirty="0">
                <a:effectLst/>
              </a:rPr>
              <a:t> minutes) </a:t>
            </a:r>
            <a:br>
              <a:rPr lang="en-AU" sz="4400" dirty="0">
                <a:effectLst/>
              </a:rPr>
            </a:br>
            <a:br>
              <a:rPr lang="en-AU" sz="4400" dirty="0">
                <a:effectLst/>
              </a:rPr>
            </a:br>
            <a:r>
              <a:rPr lang="en-AU" sz="2800" dirty="0">
                <a:effectLst/>
              </a:rPr>
              <a:t>Others: self-learn Section 2 “Obtaining Spatial Data</a:t>
            </a:r>
            <a:endParaRPr lang="en-AU" sz="4400" dirty="0"/>
          </a:p>
        </p:txBody>
      </p:sp>
      <p:sp>
        <p:nvSpPr>
          <p:cNvPr id="4" name="Slide Number Placeholder 3">
            <a:extLst>
              <a:ext uri="{FF2B5EF4-FFF2-40B4-BE49-F238E27FC236}">
                <a16:creationId xmlns:a16="http://schemas.microsoft.com/office/drawing/2014/main" id="{AB56597A-9D3B-404A-34B2-8600A48654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10</a:t>
            </a:fld>
            <a:endParaRPr lang="en-AU"/>
          </a:p>
        </p:txBody>
      </p:sp>
      <p:pic>
        <p:nvPicPr>
          <p:cNvPr id="5" name="Picture 4" descr="A screenshot of a computer&#10;&#10;Description automatically generated">
            <a:hlinkClick r:id="rId2"/>
            <a:extLst>
              <a:ext uri="{FF2B5EF4-FFF2-40B4-BE49-F238E27FC236}">
                <a16:creationId xmlns:a16="http://schemas.microsoft.com/office/drawing/2014/main" id="{D75AC0B1-CE0D-B941-9163-A8A874C5EAC0}"/>
              </a:ext>
            </a:extLst>
          </p:cNvPr>
          <p:cNvPicPr>
            <a:picLocks noChangeAspect="1"/>
          </p:cNvPicPr>
          <p:nvPr/>
        </p:nvPicPr>
        <p:blipFill>
          <a:blip r:embed="rId3"/>
          <a:stretch>
            <a:fillRect/>
          </a:stretch>
        </p:blipFill>
        <p:spPr>
          <a:xfrm>
            <a:off x="1233823" y="4442816"/>
            <a:ext cx="2951950" cy="1695337"/>
          </a:xfrm>
          <a:prstGeom prst="rect">
            <a:avLst/>
          </a:prstGeom>
        </p:spPr>
      </p:pic>
      <p:sp>
        <p:nvSpPr>
          <p:cNvPr id="20" name="TextBox 19">
            <a:extLst>
              <a:ext uri="{FF2B5EF4-FFF2-40B4-BE49-F238E27FC236}">
                <a16:creationId xmlns:a16="http://schemas.microsoft.com/office/drawing/2014/main" id="{2B372BF6-E3C6-DE6F-8CBE-B2577801BAC1}"/>
              </a:ext>
            </a:extLst>
          </p:cNvPr>
          <p:cNvSpPr txBox="1"/>
          <p:nvPr/>
        </p:nvSpPr>
        <p:spPr>
          <a:xfrm>
            <a:off x="4661335" y="4902739"/>
            <a:ext cx="3228769" cy="523220"/>
          </a:xfrm>
          <a:prstGeom prst="rect">
            <a:avLst/>
          </a:prstGeom>
          <a:noFill/>
        </p:spPr>
        <p:txBody>
          <a:bodyPr wrap="none" rtlCol="0">
            <a:spAutoFit/>
          </a:bodyPr>
          <a:lstStyle/>
          <a:p>
            <a:r>
              <a:rPr lang="en-AU" dirty="0">
                <a:solidFill>
                  <a:schemeClr val="bg1"/>
                </a:solidFill>
              </a:rPr>
              <a:t>Try to get the shapefile of the word,</a:t>
            </a:r>
          </a:p>
          <a:p>
            <a:r>
              <a:rPr lang="en-AU" dirty="0">
                <a:solidFill>
                  <a:schemeClr val="bg1"/>
                </a:solidFill>
              </a:rPr>
              <a:t>And TopoJSON for your home country</a:t>
            </a:r>
          </a:p>
        </p:txBody>
      </p:sp>
    </p:spTree>
    <p:extLst>
      <p:ext uri="{BB962C8B-B14F-4D97-AF65-F5344CB8AC3E}">
        <p14:creationId xmlns:p14="http://schemas.microsoft.com/office/powerpoint/2010/main" val="2353883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Proportional Symbol Maps</a:t>
            </a: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11</a:t>
            </a:fld>
            <a:endParaRPr lang="en-AU"/>
          </a:p>
        </p:txBody>
      </p:sp>
      <p:graphicFrame>
        <p:nvGraphicFramePr>
          <p:cNvPr id="2" name="Diagram 1">
            <a:extLst>
              <a:ext uri="{FF2B5EF4-FFF2-40B4-BE49-F238E27FC236}">
                <a16:creationId xmlns:a16="http://schemas.microsoft.com/office/drawing/2014/main" id="{C29A5986-FDBF-D228-E406-B452117BC7C7}"/>
              </a:ext>
            </a:extLst>
          </p:cNvPr>
          <p:cNvGraphicFramePr/>
          <p:nvPr>
            <p:extLst>
              <p:ext uri="{D42A27DB-BD31-4B8C-83A1-F6EECF244321}">
                <p14:modId xmlns:p14="http://schemas.microsoft.com/office/powerpoint/2010/main" val="3732712794"/>
              </p:ext>
            </p:extLst>
          </p:nvPr>
        </p:nvGraphicFramePr>
        <p:xfrm>
          <a:off x="893229" y="2003717"/>
          <a:ext cx="4011640" cy="3766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A map of the world&#10;&#10;Description automatically generated">
            <a:extLst>
              <a:ext uri="{FF2B5EF4-FFF2-40B4-BE49-F238E27FC236}">
                <a16:creationId xmlns:a16="http://schemas.microsoft.com/office/drawing/2014/main" id="{3668DD00-711F-71D0-D61A-1A434E22C193}"/>
              </a:ext>
            </a:extLst>
          </p:cNvPr>
          <p:cNvPicPr>
            <a:picLocks noChangeAspect="1"/>
          </p:cNvPicPr>
          <p:nvPr/>
        </p:nvPicPr>
        <p:blipFill>
          <a:blip r:embed="rId8"/>
          <a:stretch>
            <a:fillRect/>
          </a:stretch>
        </p:blipFill>
        <p:spPr>
          <a:xfrm>
            <a:off x="5079368" y="1452557"/>
            <a:ext cx="6634264" cy="3426269"/>
          </a:xfrm>
          <a:prstGeom prst="rect">
            <a:avLst/>
          </a:prstGeom>
        </p:spPr>
      </p:pic>
    </p:spTree>
    <p:extLst>
      <p:ext uri="{BB962C8B-B14F-4D97-AF65-F5344CB8AC3E}">
        <p14:creationId xmlns:p14="http://schemas.microsoft.com/office/powerpoint/2010/main" val="2257213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3D03FB-DB13-03D9-B608-6F068613C5D7}"/>
              </a:ext>
            </a:extLst>
          </p:cNvPr>
          <p:cNvSpPr>
            <a:spLocks noGrp="1"/>
          </p:cNvSpPr>
          <p:nvPr>
            <p:ph type="title"/>
          </p:nvPr>
        </p:nvSpPr>
        <p:spPr/>
        <p:txBody>
          <a:bodyPr/>
          <a:lstStyle/>
          <a:p>
            <a:r>
              <a:rPr lang="en-AU" dirty="0">
                <a:effectLst/>
              </a:rPr>
              <a:t>Choropleth Maps</a:t>
            </a:r>
            <a:endParaRPr lang="en-AU" dirty="0"/>
          </a:p>
        </p:txBody>
      </p:sp>
      <p:sp>
        <p:nvSpPr>
          <p:cNvPr id="5" name="Slide Number Placeholder 4">
            <a:extLst>
              <a:ext uri="{FF2B5EF4-FFF2-40B4-BE49-F238E27FC236}">
                <a16:creationId xmlns:a16="http://schemas.microsoft.com/office/drawing/2014/main" id="{EC84BDCC-1904-9FE9-3510-9B5E87C8C6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AU" smtClean="0"/>
              <a:t>12</a:t>
            </a:fld>
            <a:endParaRPr lang="en-AU"/>
          </a:p>
        </p:txBody>
      </p:sp>
      <p:graphicFrame>
        <p:nvGraphicFramePr>
          <p:cNvPr id="2" name="Diagram 1">
            <a:extLst>
              <a:ext uri="{FF2B5EF4-FFF2-40B4-BE49-F238E27FC236}">
                <a16:creationId xmlns:a16="http://schemas.microsoft.com/office/drawing/2014/main" id="{C29A5986-FDBF-D228-E406-B452117BC7C7}"/>
              </a:ext>
            </a:extLst>
          </p:cNvPr>
          <p:cNvGraphicFramePr/>
          <p:nvPr>
            <p:extLst>
              <p:ext uri="{D42A27DB-BD31-4B8C-83A1-F6EECF244321}">
                <p14:modId xmlns:p14="http://schemas.microsoft.com/office/powerpoint/2010/main" val="2784268483"/>
              </p:ext>
            </p:extLst>
          </p:nvPr>
        </p:nvGraphicFramePr>
        <p:xfrm>
          <a:off x="893229" y="2003717"/>
          <a:ext cx="2851920" cy="37663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A map of the world&#10;&#10;Description automatically generated">
            <a:extLst>
              <a:ext uri="{FF2B5EF4-FFF2-40B4-BE49-F238E27FC236}">
                <a16:creationId xmlns:a16="http://schemas.microsoft.com/office/drawing/2014/main" id="{BC12D314-D3FF-EEF8-D727-04E7A6733701}"/>
              </a:ext>
            </a:extLst>
          </p:cNvPr>
          <p:cNvPicPr>
            <a:picLocks noChangeAspect="1"/>
          </p:cNvPicPr>
          <p:nvPr/>
        </p:nvPicPr>
        <p:blipFill>
          <a:blip r:embed="rId8"/>
          <a:stretch>
            <a:fillRect/>
          </a:stretch>
        </p:blipFill>
        <p:spPr>
          <a:xfrm>
            <a:off x="4075888" y="1491879"/>
            <a:ext cx="7637743" cy="4204036"/>
          </a:xfrm>
          <a:prstGeom prst="rect">
            <a:avLst/>
          </a:prstGeom>
        </p:spPr>
      </p:pic>
    </p:spTree>
    <p:extLst>
      <p:ext uri="{BB962C8B-B14F-4D97-AF65-F5344CB8AC3E}">
        <p14:creationId xmlns:p14="http://schemas.microsoft.com/office/powerpoint/2010/main" val="2150993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31"/>
          <p:cNvSpPr txBox="1">
            <a:spLocks noGrp="1"/>
          </p:cNvSpPr>
          <p:nvPr>
            <p:ph type="title"/>
          </p:nvPr>
        </p:nvSpPr>
        <p:spPr>
          <a:xfrm>
            <a:off x="3655281" y="1432132"/>
            <a:ext cx="5564132" cy="602721"/>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1"/>
              </a:buClr>
              <a:buSzPts val="2700"/>
              <a:buFont typeface="Arial Narrow"/>
              <a:buNone/>
            </a:pPr>
            <a:r>
              <a:rPr lang="en-AU"/>
              <a:t>THANK YOU</a:t>
            </a:r>
            <a:endParaRPr/>
          </a:p>
        </p:txBody>
      </p:sp>
      <p:sp>
        <p:nvSpPr>
          <p:cNvPr id="623" name="Google Shape;623;p31"/>
          <p:cNvSpPr txBox="1">
            <a:spLocks noGrp="1"/>
          </p:cNvSpPr>
          <p:nvPr>
            <p:ph type="body" idx="1"/>
          </p:nvPr>
        </p:nvSpPr>
        <p:spPr>
          <a:xfrm>
            <a:off x="3655281" y="2076444"/>
            <a:ext cx="5564132" cy="1778530"/>
          </a:xfrm>
          <a:prstGeom prst="rect">
            <a:avLst/>
          </a:prstGeom>
          <a:noFill/>
          <a:ln>
            <a:noFill/>
          </a:ln>
        </p:spPr>
        <p:txBody>
          <a:bodyPr spcFirstLastPara="1" wrap="square" lIns="0" tIns="0" rIns="0" bIns="0" anchor="t" anchorCtr="0">
            <a:noAutofit/>
          </a:bodyPr>
          <a:lstStyle/>
          <a:p>
            <a:pPr marL="0" indent="0"/>
            <a:r>
              <a:rPr lang="en-AU" dirty="0"/>
              <a:t>Reminders: </a:t>
            </a:r>
          </a:p>
          <a:p>
            <a:pPr marL="0" indent="0"/>
            <a:r>
              <a:rPr lang="en-AU" dirty="0"/>
              <a:t>Homework Week 9: Vega-Lite Maps</a:t>
            </a:r>
          </a:p>
          <a:p>
            <a:pPr marL="0" indent="0"/>
            <a:r>
              <a:rPr lang="en-AU" b="1" dirty="0"/>
              <a:t>Contact Information:</a:t>
            </a:r>
            <a:endParaRPr lang="en-AU" dirty="0"/>
          </a:p>
          <a:p>
            <a:pPr marL="0" lvl="1" indent="0" algn="l" rtl="0">
              <a:lnSpc>
                <a:spcPct val="90000"/>
              </a:lnSpc>
              <a:spcBef>
                <a:spcPts val="0"/>
              </a:spcBef>
              <a:spcAft>
                <a:spcPts val="0"/>
              </a:spcAft>
              <a:buClr>
                <a:schemeClr val="lt1"/>
              </a:buClr>
              <a:buSzPts val="1040"/>
              <a:buNone/>
            </a:pPr>
            <a:r>
              <a:rPr lang="en-AU" dirty="0"/>
              <a:t>If you need to reach me, please use one of the following communication channels:</a:t>
            </a:r>
          </a:p>
          <a:p>
            <a:pPr marL="0" lvl="1" indent="0" algn="l" rtl="0">
              <a:lnSpc>
                <a:spcPct val="90000"/>
              </a:lnSpc>
              <a:spcBef>
                <a:spcPts val="0"/>
              </a:spcBef>
              <a:spcAft>
                <a:spcPts val="0"/>
              </a:spcAft>
              <a:buClr>
                <a:schemeClr val="lt1"/>
              </a:buClr>
              <a:buSzPts val="1040"/>
              <a:buNone/>
            </a:pPr>
            <a:r>
              <a:rPr lang="en-AU" dirty="0"/>
              <a:t>Email: songhai.fan@monash.edu or </a:t>
            </a:r>
            <a:r>
              <a:rPr lang="en-AU" dirty="0" err="1"/>
              <a:t>frank.fan@monash.edu</a:t>
            </a:r>
            <a:endParaRPr lang="en-AU" dirty="0"/>
          </a:p>
          <a:p>
            <a:pPr marL="0" lvl="1" indent="0">
              <a:spcBef>
                <a:spcPts val="0"/>
              </a:spcBef>
            </a:pPr>
            <a:r>
              <a:rPr lang="en-AU" dirty="0"/>
              <a:t>Office Hours: Wednesday 2-4pm, 21 College Walk, Clayton VIC 3168</a:t>
            </a:r>
          </a:p>
        </p:txBody>
      </p:sp>
      <p:sp>
        <p:nvSpPr>
          <p:cNvPr id="624" name="Google Shape;624;p31"/>
          <p:cNvSpPr txBox="1">
            <a:spLocks noGrp="1"/>
          </p:cNvSpPr>
          <p:nvPr>
            <p:ph type="sldNum" idx="12"/>
          </p:nvPr>
        </p:nvSpPr>
        <p:spPr>
          <a:xfrm>
            <a:off x="10985500" y="7002000"/>
            <a:ext cx="728132" cy="365125"/>
          </a:xfrm>
          <a:prstGeom prst="rect">
            <a:avLst/>
          </a:prstGeom>
          <a:noFill/>
          <a:ln>
            <a:noFill/>
          </a:ln>
        </p:spPr>
        <p:txBody>
          <a:bodyPr spcFirstLastPara="1" wrap="square" lIns="0" tIns="0" rIns="0" bIns="0" anchor="ctr" anchorCtr="0">
            <a:noAutofit/>
          </a:bodyPr>
          <a:lstStyle/>
          <a:p>
            <a:pPr marL="0" lvl="0" indent="0" algn="r" rtl="0">
              <a:lnSpc>
                <a:spcPct val="100000"/>
              </a:lnSpc>
              <a:spcBef>
                <a:spcPts val="0"/>
              </a:spcBef>
              <a:spcAft>
                <a:spcPts val="0"/>
              </a:spcAft>
              <a:buSzPts val="1200"/>
              <a:buNone/>
            </a:pPr>
            <a:fld id="{00000000-1234-1234-1234-123412341234}" type="slidenum">
              <a:rPr lang="en-AU"/>
              <a:t>13</a:t>
            </a:fld>
            <a:endParaRPr/>
          </a:p>
        </p:txBody>
      </p:sp>
    </p:spTree>
  </p:cSld>
  <p:clrMapOvr>
    <a:masterClrMapping/>
  </p:clrMapOvr>
</p:sld>
</file>

<file path=ppt/theme/theme1.xml><?xml version="1.0" encoding="utf-8"?>
<a:theme xmlns:a="http://schemas.openxmlformats.org/drawingml/2006/main" name="Office Theme">
  <a:themeElements>
    <a:clrScheme name="Monash 2023">
      <a:dk1>
        <a:srgbClr val="000000"/>
      </a:dk1>
      <a:lt1>
        <a:srgbClr val="FFFFFF"/>
      </a:lt1>
      <a:dk2>
        <a:srgbClr val="44546A"/>
      </a:dk2>
      <a:lt2>
        <a:srgbClr val="E7E6E6"/>
      </a:lt2>
      <a:accent1>
        <a:srgbClr val="006DAE"/>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13461</TotalTime>
  <Words>1651</Words>
  <Application>Microsoft Macintosh PowerPoint</Application>
  <PresentationFormat>Widescreen</PresentationFormat>
  <Paragraphs>104</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Narrow</vt:lpstr>
      <vt:lpstr>Calibri</vt:lpstr>
      <vt:lpstr>Söhne</vt:lpstr>
      <vt:lpstr>Office Theme</vt:lpstr>
      <vt:lpstr>FIT3179 Studio Week8 </vt:lpstr>
      <vt:lpstr>Studio activities Agenda</vt:lpstr>
      <vt:lpstr>Introduction to Spatial Data Formats </vt:lpstr>
      <vt:lpstr>Introduction to Spatial Data Formats </vt:lpstr>
      <vt:lpstr>Introduction to Spatial Data Formats </vt:lpstr>
      <vt:lpstr>Introduction to Spatial Data Formats </vt:lpstr>
      <vt:lpstr>Introduction to Spatial Data Formats </vt:lpstr>
      <vt:lpstr>Introduction to Spatial Data Formats </vt:lpstr>
      <vt:lpstr>TopoJSON </vt:lpstr>
      <vt:lpstr>Visualisation 2 Assignment Discussion (45～ minutes)   Others: self-learn Section 2 “Obtaining Spatial Data</vt:lpstr>
      <vt:lpstr>Proportional Symbol Maps</vt:lpstr>
      <vt:lpstr>Choropleth Maps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Sean Flannery</dc:creator>
  <cp:lastModifiedBy>Songhai Fan</cp:lastModifiedBy>
  <cp:revision>27</cp:revision>
  <dcterms:created xsi:type="dcterms:W3CDTF">2023-05-30T01:24:47Z</dcterms:created>
  <dcterms:modified xsi:type="dcterms:W3CDTF">2023-09-15T02:26:33Z</dcterms:modified>
</cp:coreProperties>
</file>